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9738a89c1c84627" /><Relationship Type="http://schemas.openxmlformats.org/officeDocument/2006/relationships/extended-properties" Target="/docProps/app.xml" Id="Ra9ce89eddace4d1e" /><Relationship Type="http://schemas.openxmlformats.org/officeDocument/2006/relationships/officeDocument" Target="/ppt/presentation.xml" Id="R1fe82423822c4fd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c820b1812384ccd"/>
  </p:sldMasterIdLst>
  <p:notesMasterIdLst>
    <p:notesMasterId xmlns:r="http://schemas.openxmlformats.org/officeDocument/2006/relationships" r:id="R4f2c9f174d1f4377"/>
  </p:notesMasterIdLst>
  <p:sldIdLst>
    <p:sldId xmlns:r="http://schemas.openxmlformats.org/officeDocument/2006/relationships" id="256" r:id="R9fed807168a741ce"/>
    <p:sldId xmlns:r="http://schemas.openxmlformats.org/officeDocument/2006/relationships" id="257" r:id="R1f038625173741dd"/>
    <p:sldId xmlns:r="http://schemas.openxmlformats.org/officeDocument/2006/relationships" id="258" r:id="R2f60270f67a5422e"/>
    <p:sldId xmlns:r="http://schemas.openxmlformats.org/officeDocument/2006/relationships" id="259" r:id="R075944d1e7824c85"/>
    <p:sldId xmlns:r="http://schemas.openxmlformats.org/officeDocument/2006/relationships" id="260" r:id="R5e41c9cbb5d644d5"/>
    <p:sldId xmlns:r="http://schemas.openxmlformats.org/officeDocument/2006/relationships" id="261" r:id="R89c4382fa0da41cd"/>
    <p:sldId xmlns:r="http://schemas.openxmlformats.org/officeDocument/2006/relationships" id="262" r:id="Ra46d3516f686440c"/>
    <p:sldId xmlns:r="http://schemas.openxmlformats.org/officeDocument/2006/relationships" id="263" r:id="R516f4418bf3244ec"/>
    <p:sldId xmlns:r="http://schemas.openxmlformats.org/officeDocument/2006/relationships" id="264" r:id="R570dd4d26bb544e3"/>
    <p:sldId xmlns:r="http://schemas.openxmlformats.org/officeDocument/2006/relationships" id="265" r:id="Re5d8e35a347a47bf"/>
    <p:sldId xmlns:r="http://schemas.openxmlformats.org/officeDocument/2006/relationships" id="266" r:id="Re09f77e0db4b421d"/>
    <p:sldId xmlns:r="http://schemas.openxmlformats.org/officeDocument/2006/relationships" id="267" r:id="R6c14750eed804256"/>
  </p:sldIdLst>
  <p:sldSz cx="18288000" cy="10287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7cd12e022bd540d6" /><Relationship Type="http://schemas.openxmlformats.org/officeDocument/2006/relationships/slideMaster" Target="/ppt/slideMasters/slideMaster1.xml" Id="R3c820b1812384ccd" /><Relationship Type="http://schemas.openxmlformats.org/officeDocument/2006/relationships/notesMaster" Target="/ppt/notesMasters/notesMaster1.xml" Id="R4f2c9f174d1f4377" /><Relationship Type="http://schemas.openxmlformats.org/officeDocument/2006/relationships/presProps" Target="/ppt/presProps.xml" Id="R11381ae2361d4dcf" /><Relationship Type="http://schemas.openxmlformats.org/officeDocument/2006/relationships/viewProps" Target="/ppt/viewProps.xml" Id="R6fcf3c500de8423c" /><Relationship Type="http://schemas.openxmlformats.org/officeDocument/2006/relationships/tableStyles" Target="/ppt/tableStyles.xml" Id="Rab175efc42614255" /><Relationship Type="http://schemas.openxmlformats.org/officeDocument/2006/relationships/slide" Target="/ppt/slides/slide1.xml" Id="R9fed807168a741ce" /><Relationship Type="http://schemas.openxmlformats.org/officeDocument/2006/relationships/slide" Target="/ppt/slides/slide2.xml" Id="R1f038625173741dd" /><Relationship Type="http://schemas.openxmlformats.org/officeDocument/2006/relationships/slide" Target="/ppt/slides/slide3.xml" Id="R2f60270f67a5422e" /><Relationship Type="http://schemas.openxmlformats.org/officeDocument/2006/relationships/slide" Target="/ppt/slides/slide4.xml" Id="R075944d1e7824c85" /><Relationship Type="http://schemas.openxmlformats.org/officeDocument/2006/relationships/slide" Target="/ppt/slides/slide5.xml" Id="R5e41c9cbb5d644d5" /><Relationship Type="http://schemas.openxmlformats.org/officeDocument/2006/relationships/slide" Target="/ppt/slides/slide6.xml" Id="R89c4382fa0da41cd" /><Relationship Type="http://schemas.openxmlformats.org/officeDocument/2006/relationships/slide" Target="/ppt/slides/slide7.xml" Id="Ra46d3516f686440c" /><Relationship Type="http://schemas.openxmlformats.org/officeDocument/2006/relationships/slide" Target="/ppt/slides/slide8.xml" Id="R516f4418bf3244ec" /><Relationship Type="http://schemas.openxmlformats.org/officeDocument/2006/relationships/slide" Target="/ppt/slides/slide9.xml" Id="R570dd4d26bb544e3" /><Relationship Type="http://schemas.openxmlformats.org/officeDocument/2006/relationships/slide" Target="/ppt/slides/slide10.xml" Id="Re5d8e35a347a47bf" /><Relationship Type="http://schemas.openxmlformats.org/officeDocument/2006/relationships/slide" Target="/ppt/slides/slide11.xml" Id="Re09f77e0db4b421d" /><Relationship Type="http://schemas.openxmlformats.org/officeDocument/2006/relationships/slide" Target="/ppt/slides/slide12.xml" Id="R6c14750eed80425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7f679636bcf84e8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17f3c377bdb493f" /><Relationship Type="http://schemas.openxmlformats.org/officeDocument/2006/relationships/notesMaster" Target="/ppt/notesMasters/notesMaster1.xml" Id="Re4a370eed1df43d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9e661ffcdbc433f" /><Relationship Type="http://schemas.openxmlformats.org/officeDocument/2006/relationships/notesMaster" Target="/ppt/notesMasters/notesMaster1.xml" Id="R23e8093382e24ad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b5653ec6fd04e88" /><Relationship Type="http://schemas.openxmlformats.org/officeDocument/2006/relationships/notesMaster" Target="/ppt/notesMasters/notesMaster1.xml" Id="R4a20422f0b95472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f66b138371824c66" /><Relationship Type="http://schemas.openxmlformats.org/officeDocument/2006/relationships/notesMaster" Target="/ppt/notesMasters/notesMaster1.xml" Id="Re79bca5eee31435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23d852692ca4421f" /><Relationship Type="http://schemas.openxmlformats.org/officeDocument/2006/relationships/notesMaster" Target="/ppt/notesMasters/notesMaster1.xml" Id="Rfb3fa003fbf646a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eaffc29c064745e0" /><Relationship Type="http://schemas.openxmlformats.org/officeDocument/2006/relationships/notesMaster" Target="/ppt/notesMasters/notesMaster1.xml" Id="R174b335a08e94b4d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12d93845b7d74d39" /><Relationship Type="http://schemas.openxmlformats.org/officeDocument/2006/relationships/notesMaster" Target="/ppt/notesMasters/notesMaster1.xml" Id="R9fe019ec65a444fc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e4474d2b9a944718" /><Relationship Type="http://schemas.openxmlformats.org/officeDocument/2006/relationships/notesMaster" Target="/ppt/notesMasters/notesMaster1.xml" Id="R4c466037486e42b3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ac04323b096d4867" /><Relationship Type="http://schemas.openxmlformats.org/officeDocument/2006/relationships/notesMaster" Target="/ppt/notesMasters/notesMaster1.xml" Id="R0fb5776209224a7c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0c6a25f33c044f85" /><Relationship Type="http://schemas.openxmlformats.org/officeDocument/2006/relationships/notesMaster" Target="/ppt/notesMasters/notesMaster1.xml" Id="Rc382dbc9422f4632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04445f6c13064a20" /><Relationship Type="http://schemas.openxmlformats.org/officeDocument/2006/relationships/notesMaster" Target="/ppt/notesMasters/notesMaster1.xml" Id="R4a2ee1e8fa684fc2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cdfa3e8b17cc4386" /><Relationship Type="http://schemas.openxmlformats.org/officeDocument/2006/relationships/notesMaster" Target="/ppt/notesMasters/notesMaster1.xml" Id="Re78e6116f8b841f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template: 수지향_사업개편_PPT기획안_v13.pptx.</a:t>
            </a:r>
          </a:p>
          <a:p xmlns:a="http://schemas.openxmlformats.org/drawingml/2006/main">
            <a:r>
              <a:t>- TAP Streamlit application source and locally verified UI/content, 2026-08-13.</a:t>
            </a:r>
          </a:p>
          <a:p xmlns:a="http://schemas.openxmlformats.org/drawingml/2006/main">
            <a:r>
              <a:t>- TAP education-evaluation review: docs/TAP_교육평가_검토보고서_v2.md.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template: 수지향_사업개편_PPT기획안_v13.pptx.</a:t>
            </a:r>
          </a:p>
          <a:p xmlns:a="http://schemas.openxmlformats.org/drawingml/2006/main">
            <a:r>
              <a:t>- TAP Streamlit application source and locally verified UI/content, 2026-08-13.</a:t>
            </a:r>
          </a:p>
          <a:p xmlns:a="http://schemas.openxmlformats.org/drawingml/2006/main">
            <a:r>
              <a:t>- TAP education-evaluation review: docs/TAP_교육평가_검토보고서_v2.md.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template: 수지향_사업개편_PPT기획안_v13.pptx.</a:t>
            </a:r>
          </a:p>
          <a:p xmlns:a="http://schemas.openxmlformats.org/drawingml/2006/main">
            <a:r>
              <a:t>- TAP Streamlit application source and locally verified UI/content, 2026-08-13.</a:t>
            </a:r>
          </a:p>
          <a:p xmlns:a="http://schemas.openxmlformats.org/drawingml/2006/main">
            <a:r>
              <a:t>- TAP education-evaluation review: docs/TAP_교육평가_검토보고서_v2.md.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template: 수지향_사업개편_PPT기획안_v13.pptx.</a:t>
            </a:r>
          </a:p>
          <a:p xmlns:a="http://schemas.openxmlformats.org/drawingml/2006/main">
            <a:r>
              <a:t>- TAP Streamlit application source and locally verified UI/content, 2026-08-13.</a:t>
            </a:r>
          </a:p>
          <a:p xmlns:a="http://schemas.openxmlformats.org/drawingml/2006/main">
            <a:r>
              <a:t>- TAP education-evaluation review: docs/TAP_교육평가_검토보고서_v2.md.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template: 수지향_사업개편_PPT기획안_v13.pptx.</a:t>
            </a:r>
          </a:p>
          <a:p xmlns:a="http://schemas.openxmlformats.org/drawingml/2006/main">
            <a:r>
              <a:t>- TAP Streamlit application source and locally verified UI/content, 2026-08-13.</a:t>
            </a:r>
          </a:p>
          <a:p xmlns:a="http://schemas.openxmlformats.org/drawingml/2006/main">
            <a:r>
              <a:t>- TAP education-evaluation review: docs/TAP_교육평가_검토보고서_v2.md.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template: 수지향_사업개편_PPT기획안_v13.pptx.</a:t>
            </a:r>
          </a:p>
          <a:p xmlns:a="http://schemas.openxmlformats.org/drawingml/2006/main">
            <a:r>
              <a:t>- TAP Streamlit application source and locally verified UI/content, 2026-08-13.</a:t>
            </a:r>
          </a:p>
          <a:p xmlns:a="http://schemas.openxmlformats.org/drawingml/2006/main">
            <a:r>
              <a:t>- TAP education-evaluation review: docs/TAP_교육평가_검토보고서_v2.md.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template: 수지향_사업개편_PPT기획안_v13.pptx.</a:t>
            </a:r>
          </a:p>
          <a:p xmlns:a="http://schemas.openxmlformats.org/drawingml/2006/main">
            <a:r>
              <a:t>- TAP Streamlit application source and locally verified UI/content, 2026-08-13.</a:t>
            </a:r>
          </a:p>
          <a:p xmlns:a="http://schemas.openxmlformats.org/drawingml/2006/main">
            <a:r>
              <a:t>- TAP education-evaluation review: docs/TAP_교육평가_검토보고서_v2.md.</a:t>
            </a:r>
          </a:p>
          <a:p xmlns:a="http://schemas.openxmlformats.org/drawingml/2006/main">
            <a:r>
              <a:t>- Screenshot: locally verified TAP screen (project-setup.png), 2026-08-13.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template: 수지향_사업개편_PPT기획안_v13.pptx.</a:t>
            </a:r>
          </a:p>
          <a:p xmlns:a="http://schemas.openxmlformats.org/drawingml/2006/main">
            <a:r>
              <a:t>- TAP Streamlit application source and locally verified UI/content, 2026-08-13.</a:t>
            </a:r>
          </a:p>
          <a:p xmlns:a="http://schemas.openxmlformats.org/drawingml/2006/main">
            <a:r>
              <a:t>- TAP education-evaluation review: docs/TAP_교육평가_검토보고서_v2.md.</a:t>
            </a:r>
          </a:p>
          <a:p xmlns:a="http://schemas.openxmlformats.org/drawingml/2006/main">
            <a:r>
              <a:t>- Screenshot: locally verified TAP screen (assessment.png), 2026-08-13.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template: 수지향_사업개편_PPT기획안_v13.pptx.</a:t>
            </a:r>
          </a:p>
          <a:p xmlns:a="http://schemas.openxmlformats.org/drawingml/2006/main">
            <a:r>
              <a:t>- TAP Streamlit application source and locally verified UI/content, 2026-08-13.</a:t>
            </a:r>
          </a:p>
          <a:p xmlns:a="http://schemas.openxmlformats.org/drawingml/2006/main">
            <a:r>
              <a:t>- TAP education-evaluation review: docs/TAP_교육평가_검토보고서_v2.md.</a:t>
            </a:r>
          </a:p>
          <a:p xmlns:a="http://schemas.openxmlformats.org/drawingml/2006/main">
            <a:r>
              <a:t>- Screenshot: locally verified TAP screen (organization-report.png), 2026-08-13.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template: 수지향_사업개편_PPT기획안_v13.pptx.</a:t>
            </a:r>
          </a:p>
          <a:p xmlns:a="http://schemas.openxmlformats.org/drawingml/2006/main">
            <a:r>
              <a:t>- TAP Streamlit application source and locally verified UI/content, 2026-08-13.</a:t>
            </a:r>
          </a:p>
          <a:p xmlns:a="http://schemas.openxmlformats.org/drawingml/2006/main">
            <a:r>
              <a:t>- TAP education-evaluation review: docs/TAP_교육평가_검토보고서_v2.md.</a:t>
            </a:r>
          </a:p>
          <a:p xmlns:a="http://schemas.openxmlformats.org/drawingml/2006/main">
            <a:r>
              <a:t>- Screenshot: locally verified TAP screen (question-bank.png), 2026-08-13.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template: 수지향_사업개편_PPT기획안_v13.pptx.</a:t>
            </a:r>
          </a:p>
          <a:p xmlns:a="http://schemas.openxmlformats.org/drawingml/2006/main">
            <a:r>
              <a:t>- TAP Streamlit application source and locally verified UI/content, 2026-08-13.</a:t>
            </a:r>
          </a:p>
          <a:p xmlns:a="http://schemas.openxmlformats.org/drawingml/2006/main">
            <a:r>
              <a:t>- TAP education-evaluation review: docs/TAP_교육평가_검토보고서_v2.md.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template: 수지향_사업개편_PPT기획안_v13.pptx.</a:t>
            </a:r>
          </a:p>
          <a:p xmlns:a="http://schemas.openxmlformats.org/drawingml/2006/main">
            <a:r>
              <a:t>- TAP Streamlit application source and locally verified UI/content, 2026-08-13.</a:t>
            </a:r>
          </a:p>
          <a:p xmlns:a="http://schemas.openxmlformats.org/drawingml/2006/main">
            <a:r>
              <a:t>- TAP education-evaluation review: docs/TAP_교육평가_검토보고서_v2.md.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046ca8c56184e47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524cc5a5caf4021" /></Relationships>
</file>

<file path=ppt/slideLayouts/slideLayout1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Shape 0">
            <a:extLst xmlns:a="http://schemas.openxmlformats.org/drawingml/2006/main">
              <a:ext uri="{FF2B5EF4-FFF2-40B4-BE49-F238E27FC236}">
                <a16:creationId xmlns:a16="http://schemas.microsoft.com/office/drawing/2014/main" id="{DC10F393-A48F-F642-66FB-6D14653B4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hape 1">
            <a:extLst xmlns:a="http://schemas.openxmlformats.org/drawingml/2006/main">
              <a:ext uri="{FF2B5EF4-FFF2-40B4-BE49-F238E27FC236}">
                <a16:creationId xmlns:a16="http://schemas.microsoft.com/office/drawing/2014/main" id="{FDA6C402-FDB4-6270-C720-21D2D9010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>
  <p:cSld name="STUDIO_TOC">
    <p:bg>
      <p:bgPr>
        <a:solidFill xmlns:a="http://schemas.openxmlformats.org/drawingml/2006/main">
          <a:srgbClr val="DDF3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hape 0">
            <a:extLst xmlns:a="http://schemas.openxmlformats.org/drawingml/2006/main">
              <a:ext uri="{FF2B5EF4-FFF2-40B4-BE49-F238E27FC236}">
                <a16:creationId xmlns:a16="http://schemas.microsoft.com/office/drawing/2014/main" id="{30DB86DE-E6F1-C0EE-E966-8CE196B19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000353"/>
            <a:ext cx="18288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160">
            <a:gradFill rotWithShape="1">
              <a:gsLst>
                <a:gs pos="50000">
                  <a:srgbClr val="73C9BD"/>
                </a:gs>
                <a:gs pos="0">
                  <a:srgbClr val="6C7476"/>
                </a:gs>
                <a:gs pos="100000">
                  <a:srgbClr val="73C9BD"/>
                </a:gs>
              </a:gsLst>
              <a:lin ang="0" scaled="1"/>
              <a:tileRect/>
            </a:gra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746947ba1cd41d0" /><Relationship Type="http://schemas.openxmlformats.org/officeDocument/2006/relationships/slideLayout" Target="/ppt/slideLayouts/slideLayout1.xml" Id="R1f41691f2f9e4e4f" /><Relationship Type="http://schemas.openxmlformats.org/officeDocument/2006/relationships/slideLayout" Target="/ppt/slideLayouts/slideLayout2.xml" Id="R93252bea6e1843d0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f41691f2f9e4e4f"/>
    <p:sldLayoutId xmlns:r="http://schemas.openxmlformats.org/officeDocument/2006/relationships" id="2147483650" r:id="R93252bea6e1843d0"/>
  </p:sldLayoutIdLst>
  <p:hf sldNum="0" hdr="0" ftr="0" dt="0"/>
  <p:txStyles>
    <p:titleStyle>
      <a:lvl1pPr xmlns:a="http://schemas.openxmlformats.org/drawingml/2006/main" algn="ctr"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>
        <a:buChar char="•"/>
        <a:defRPr sz="3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>
        <a:buChar char="–"/>
        <a:defRPr sz="2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buChar char="–"/>
        <a:defRPr sz="20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buChar char="»"/>
        <a:defRPr sz="20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a092ccc8ebe4234" /><Relationship Type="http://schemas.openxmlformats.org/officeDocument/2006/relationships/image" Target="/ppt/media/image.png" Id="R7edfa00d68f049ab" /><Relationship Type="http://schemas.openxmlformats.org/officeDocument/2006/relationships/image" Target="/ppt/media/image2.png" Id="R632a43915a33403c" /><Relationship Type="http://schemas.openxmlformats.org/officeDocument/2006/relationships/notesSlide" Target="/ppt/notesSlides/notesSlide1.xml" Id="R681ac3209e204c5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767c6fe06094155" /><Relationship Type="http://schemas.openxmlformats.org/officeDocument/2006/relationships/image" Target="/ppt/media/image2.png" Id="R76adf81a182d4f69" /><Relationship Type="http://schemas.openxmlformats.org/officeDocument/2006/relationships/notesSlide" Target="/ppt/notesSlides/notesSlide2.xml" Id="Rb9002d35908f4d1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ae0a15633584c69" /><Relationship Type="http://schemas.openxmlformats.org/officeDocument/2006/relationships/image" Target="/ppt/media/image2.png" Id="R8b604f90197d4327" /><Relationship Type="http://schemas.openxmlformats.org/officeDocument/2006/relationships/notesSlide" Target="/ppt/notesSlides/notesSlide3.xml" Id="R36a4a356f3d9463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bca968d4662447c" /><Relationship Type="http://schemas.openxmlformats.org/officeDocument/2006/relationships/image" Target="/ppt/media/image2.png" Id="R26e34f80e16f462b" /><Relationship Type="http://schemas.openxmlformats.org/officeDocument/2006/relationships/notesSlide" Target="/ppt/notesSlides/notesSlide4.xml" Id="R0a9a855f1a2c48ae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65584021ae04cd5" /><Relationship Type="http://schemas.openxmlformats.org/officeDocument/2006/relationships/image" Target="/ppt/media/image2.png" Id="Rde75508f8b0e4732" /><Relationship Type="http://schemas.openxmlformats.org/officeDocument/2006/relationships/notesSlide" Target="/ppt/notesSlides/notesSlide5.xml" Id="R0784badd18b54b3e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a8a41342c224bd6" /><Relationship Type="http://schemas.openxmlformats.org/officeDocument/2006/relationships/image" Target="/ppt/media/image3.png" Id="Ra73b3daf828c495b" /><Relationship Type="http://schemas.openxmlformats.org/officeDocument/2006/relationships/image" Target="/ppt/media/image2.png" Id="R804ef4a7f396442a" /><Relationship Type="http://schemas.openxmlformats.org/officeDocument/2006/relationships/notesSlide" Target="/ppt/notesSlides/notesSlide6.xml" Id="Rabb0d612aa504f56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f34d802a0d44541" /><Relationship Type="http://schemas.openxmlformats.org/officeDocument/2006/relationships/image" Target="/ppt/media/image2.png" Id="R6dd34fe127614ae1" /><Relationship Type="http://schemas.openxmlformats.org/officeDocument/2006/relationships/image" Target="/ppt/media/image.jpeg" Id="R90641c02e9fb4f43" /><Relationship Type="http://schemas.openxmlformats.org/officeDocument/2006/relationships/notesSlide" Target="/ppt/notesSlides/notesSlide7.xml" Id="Rf6e7c38c3f9841aa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0dd3f6631354fc1" /><Relationship Type="http://schemas.openxmlformats.org/officeDocument/2006/relationships/image" Target="/ppt/media/image2.png" Id="R8123ead290ae4fd7" /><Relationship Type="http://schemas.openxmlformats.org/officeDocument/2006/relationships/image" Target="/ppt/media/image2.jpeg" Id="R3919f162c8054e66" /><Relationship Type="http://schemas.openxmlformats.org/officeDocument/2006/relationships/notesSlide" Target="/ppt/notesSlides/notesSlide8.xml" Id="Rbabf58ebb4404cfb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d579ad33efa4592" /><Relationship Type="http://schemas.openxmlformats.org/officeDocument/2006/relationships/image" Target="/ppt/media/image2.png" Id="R1e37c79d64f94702" /><Relationship Type="http://schemas.openxmlformats.org/officeDocument/2006/relationships/image" Target="/ppt/media/image3.jpeg" Id="Rc317fa18d51b4555" /><Relationship Type="http://schemas.openxmlformats.org/officeDocument/2006/relationships/notesSlide" Target="/ppt/notesSlides/notesSlide9.xml" Id="Rd1068c31cc1e4d3a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6da875394e24f08" /><Relationship Type="http://schemas.openxmlformats.org/officeDocument/2006/relationships/image" Target="/ppt/media/image2.png" Id="R2beb95d6c10142af" /><Relationship Type="http://schemas.openxmlformats.org/officeDocument/2006/relationships/image" Target="/ppt/media/image4.jpeg" Id="R881dfa2b459649ca" /><Relationship Type="http://schemas.openxmlformats.org/officeDocument/2006/relationships/notesSlide" Target="/ppt/notesSlides/notesSlide10.xml" Id="R3bd7710b20c74da7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f3633df4f614eac" /><Relationship Type="http://schemas.openxmlformats.org/officeDocument/2006/relationships/image" Target="/ppt/media/image2.png" Id="R37ff4497a2dc4211" /><Relationship Type="http://schemas.openxmlformats.org/officeDocument/2006/relationships/notesSlide" Target="/ppt/notesSlides/notesSlide11.xml" Id="Rb377ae0d24c74e8a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d116bc59d7b484e" /><Relationship Type="http://schemas.openxmlformats.org/officeDocument/2006/relationships/image" Target="/ppt/media/image3.png" Id="Rc334e960428145ba" /><Relationship Type="http://schemas.openxmlformats.org/officeDocument/2006/relationships/image" Target="/ppt/media/image2.png" Id="R14983dfa91304914" /><Relationship Type="http://schemas.openxmlformats.org/officeDocument/2006/relationships/notesSlide" Target="/ppt/notesSlides/notesSlide12.xml" Id="Rdb24619ebf844511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0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edfa00d68f049ab"/>
          <a:srcRect xmlns:a="http://schemas.openxmlformats.org/drawingml/2006/main" l="0" t="-400" r="0" b="-400"/>
          <a:stretch xmlns:a="http://schemas.openxmlformats.org/drawingml/2006/main"/>
        </p:blipFill>
        <p:spPr>
          <a:xfrm xmlns:a="http://schemas.openxmlformats.org/drawingml/2006/main">
            <a:off x="1154116" y="2514600"/>
            <a:ext cx="457200" cy="19202"/>
          </a:xfrm>
          <a:prstGeom xmlns:a="http://schemas.openxmlformats.org/drawingml/2006/main" prst="rect">
            <a:avLst/>
          </a:prstGeom>
        </p:spPr>
      </p:pic>
      <p:pic>
        <p:nvPicPr>
          <p:cNvPr id="21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32a43915a33403c"/>
          <a:srcRect xmlns:a="http://schemas.openxmlformats.org/drawingml/2006/main" l="-2083" t="0" r="-2083" b="0"/>
          <a:stretch xmlns:a="http://schemas.openxmlformats.org/drawingml/2006/main"/>
        </p:blipFill>
        <p:spPr>
          <a:xfrm xmlns:a="http://schemas.openxmlformats.org/drawingml/2006/main">
            <a:off x="1143000" y="9334195"/>
            <a:ext cx="16002000" cy="9144"/>
          </a:xfrm>
          <a:prstGeom xmlns:a="http://schemas.openxmlformats.org/drawingml/2006/main" prst="rect">
            <a:avLst/>
          </a:prstGeom>
        </p:spPr>
      </p:pic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E7588BFF-A375-4EE5-86EC-882455CAF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914400"/>
            <a:ext cx="5715000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500">
                <a:solidFill>
                  <a:srgbClr val="00B5AC"/>
                </a:solidFill>
                <a:latin typeface="페이퍼로지 4 Regular"/>
                <a:ea typeface="페이퍼로지 4 Regular"/>
                <a:cs typeface="페이퍼로지 4 Regular"/>
              </a:rPr>
              <a:t>TAP USER GUIDE</a:t>
            </a:r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6A6555D4-4FC0-43F5-89EA-710ADBB5F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333195"/>
            <a:ext cx="5715000" cy="24780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600">
                <a:solidFill>
                  <a:srgbClr val="6C7476"/>
                </a:solidFill>
                <a:latin typeface="페이퍼로지 5 Medium"/>
                <a:ea typeface="페이퍼로지 5 Medium"/>
                <a:cs typeface="페이퍼로지 5 Medium"/>
              </a:rPr>
              <a:t>회원사 교육 전후 역량평가</a:t>
            </a:r>
          </a:p>
        </p:txBody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9F94598D-D2EA-447C-A288-E759C5A62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857500"/>
            <a:ext cx="14859000" cy="2095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8"/>
              </a:spcAft>
              <a:buNone/>
              <a:defRPr>
                <a:solidFill>
                  <a:srgbClr val="0A0E10"/>
                </a:solidFill>
                <a:latin typeface="페이퍼로지 2 ExtraLight"/>
                <a:ea typeface="페이퍼로지 2 ExtraLight"/>
                <a:cs typeface="페이퍼로지 2 ExtraLight"/>
              </a:defRPr>
            </a:pPr>
            <a:r>
              <a:rPr sz="3800">
                <a:solidFill>
                  <a:srgbClr val="0A0E10"/>
                </a:solidFill>
                <a:latin typeface="페이퍼로지 2 ExtraLight"/>
                <a:ea typeface="페이퍼로지 2 ExtraLight"/>
                <a:cs typeface="페이퍼로지 2 ExtraLight"/>
              </a:rPr>
              <a:t>TAP 사용설명서</a:t>
            </a:r>
          </a:p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2 ExtraLight"/>
                <a:ea typeface="페이퍼로지 2 ExtraLight"/>
                <a:cs typeface="페이퍼로지 2 ExtraLight"/>
              </a:defRPr>
            </a:pPr>
            <a:r>
              <a:rPr sz="5400">
                <a:solidFill>
                  <a:srgbClr val="0A0E10"/>
                </a:solidFill>
                <a:latin typeface="페이퍼로지 6 SemiBold"/>
                <a:ea typeface="페이퍼로지 6 SemiBold"/>
                <a:cs typeface="페이퍼로지 6 SemiBold"/>
              </a:rPr>
              <a:t>교육 전후 변화를 다음 개선으로</a:t>
            </a:r>
          </a:p>
        </p:txBody>
      </p:sp>
      <p:sp>
        <p:nvSpPr>
          <p:cNvPr id="12" name="Text 8">
            <a:extLst xmlns:a="http://schemas.openxmlformats.org/drawingml/2006/main">
              <a:ext uri="{FF2B5EF4-FFF2-40B4-BE49-F238E27FC236}">
                <a16:creationId xmlns:a16="http://schemas.microsoft.com/office/drawing/2014/main" id="{01895F6A-EFDF-4122-8361-5A1B7C553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715000"/>
            <a:ext cx="7239305" cy="71506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3 Light"/>
                <a:ea typeface="페이퍼로지 3 Light"/>
                <a:cs typeface="페이퍼로지 3 Light"/>
              </a:defRPr>
            </a:pPr>
            <a:r>
              <a:rPr sz="1600">
                <a:solidFill>
                  <a:srgbClr val="6C7476"/>
                </a:solidFill>
                <a:latin typeface="페이퍼로지 3 Light"/>
                <a:ea typeface="페이퍼로지 3 Light"/>
                <a:cs typeface="페이퍼로지 3 Light"/>
              </a:rPr>
              <a:t>교육담당자 · 참여자 · KMA 관리자  |  2026.08</a:t>
            </a:r>
          </a:p>
        </p:txBody>
      </p:sp>
      <p:sp>
        <p:nvSpPr>
          <p:cNvPr id="13" name="Text 9">
            <a:extLst xmlns:a="http://schemas.openxmlformats.org/drawingml/2006/main">
              <a:ext uri="{FF2B5EF4-FFF2-40B4-BE49-F238E27FC236}">
                <a16:creationId xmlns:a16="http://schemas.microsoft.com/office/drawing/2014/main" id="{63249269-3EBF-411F-9214-578C112E7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7239305"/>
            <a:ext cx="886054" cy="16276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1E2324"/>
                </a:solidFill>
                <a:latin typeface="페이퍼로지 3 Light"/>
                <a:ea typeface="페이퍼로지 3 Light"/>
                <a:cs typeface="페이퍼로지 3 Light"/>
              </a:defRPr>
            </a:pPr>
            <a:r>
              <a:rPr sz="1000">
                <a:solidFill>
                  <a:srgbClr val="1E2324"/>
                </a:solidFill>
                <a:latin typeface="페이퍼로지 3 Light"/>
                <a:ea typeface="페이퍼로지 3 Light"/>
                <a:cs typeface="페이퍼로지 3 Light"/>
              </a:rPr>
              <a:t>이해</a:t>
            </a:r>
          </a:p>
        </p:txBody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498378CE-77A5-42F4-9386-8900A1B4D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9132" y="7295998"/>
            <a:ext cx="47549" cy="4754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B5AC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A7827250-D715-47E9-BF85-D371494E4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8588" y="7239305"/>
            <a:ext cx="1095451" cy="16276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1E2324"/>
                </a:solidFill>
                <a:latin typeface="페이퍼로지 3 Light"/>
                <a:ea typeface="페이퍼로지 3 Light"/>
                <a:cs typeface="페이퍼로지 3 Light"/>
              </a:defRPr>
            </a:pPr>
            <a:r>
              <a:rPr sz="1000">
                <a:solidFill>
                  <a:srgbClr val="1E2324"/>
                </a:solidFill>
                <a:latin typeface="페이퍼로지 3 Light"/>
                <a:ea typeface="페이퍼로지 3 Light"/>
                <a:cs typeface="페이퍼로지 3 Light"/>
              </a:rPr>
              <a:t>사용 순서</a:t>
            </a:r>
          </a:p>
        </p:txBody>
      </p:sp>
      <p:sp>
        <p:nvSpPr>
          <p:cNvPr id="16" name="Shape 12">
            <a:extLst xmlns:a="http://schemas.openxmlformats.org/drawingml/2006/main">
              <a:ext uri="{FF2B5EF4-FFF2-40B4-BE49-F238E27FC236}">
                <a16:creationId xmlns:a16="http://schemas.microsoft.com/office/drawing/2014/main" id="{6B004A06-9C22-4464-A98C-947C74A78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3203" y="7295998"/>
            <a:ext cx="47549" cy="4754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B5AC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7" name="Text 13">
            <a:extLst xmlns:a="http://schemas.openxmlformats.org/drawingml/2006/main">
              <a:ext uri="{FF2B5EF4-FFF2-40B4-BE49-F238E27FC236}">
                <a16:creationId xmlns:a16="http://schemas.microsoft.com/office/drawing/2014/main" id="{3355592F-483C-412C-AFF7-1A7C1D0A4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2659" y="7239305"/>
            <a:ext cx="486461" cy="16276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1E2324"/>
                </a:solidFill>
                <a:latin typeface="페이퍼로지 3 Light"/>
                <a:ea typeface="페이퍼로지 3 Light"/>
                <a:cs typeface="페이퍼로지 3 Light"/>
              </a:defRPr>
            </a:pPr>
            <a:r>
              <a:rPr sz="1000">
                <a:solidFill>
                  <a:srgbClr val="1E2324"/>
                </a:solidFill>
                <a:latin typeface="페이퍼로지 3 Light"/>
                <a:ea typeface="페이퍼로지 3 Light"/>
                <a:cs typeface="페이퍼로지 3 Light"/>
              </a:rPr>
              <a:t>버튼 안내</a:t>
            </a:r>
          </a:p>
        </p:txBody>
      </p:sp>
    </p:spTree>
    <p:extLst>
      <p:ext uri="{BB962C8B-B14F-4D97-AF65-F5344CB8AC3E}">
        <p14:creationId xmlns:p14="http://schemas.microsoft.com/office/powerpoint/2010/main" val="119757605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5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6adf81a182d4f69"/>
          <a:srcRect xmlns:a="http://schemas.openxmlformats.org/drawingml/2006/main" l="-2083" t="0" r="-2083" b="0"/>
          <a:stretch xmlns:a="http://schemas.openxmlformats.org/drawingml/2006/main"/>
        </p:blipFill>
        <p:spPr>
          <a:xfrm xmlns:a="http://schemas.openxmlformats.org/drawingml/2006/main">
            <a:off x="1143000" y="9334195"/>
            <a:ext cx="16002000" cy="9144"/>
          </a:xfrm>
          <a:prstGeom xmlns:a="http://schemas.openxmlformats.org/drawingml/2006/main" prst="rect">
            <a:avLst/>
          </a:prstGeom>
        </p:spPr>
      </p:pic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3DFA59CA-2888-E92C-D36A-7C087629D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714500"/>
            <a:ext cx="7620610" cy="14484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2 ExtraLight"/>
                <a:ea typeface="페이퍼로지 2 ExtraLight"/>
                <a:cs typeface="페이퍼로지 2 ExtraLight"/>
              </a:defRPr>
            </a:pPr>
            <a:r>
              <a:rPr sz="4800">
                <a:solidFill>
                  <a:srgbClr val="0A0E10"/>
                </a:solidFill>
                <a:latin typeface="페이퍼로지 2 ExtraLight"/>
                <a:ea typeface="페이퍼로지 2 ExtraLight"/>
                <a:cs typeface="페이퍼로지 2 ExtraLight"/>
              </a:rPr>
              <a:t>TAP은 교육 전후의 변화를</a:t>
            </a:r>
          </a:p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2 ExtraLight"/>
                <a:ea typeface="페이퍼로지 2 ExtraLight"/>
                <a:cs typeface="페이퍼로지 2 ExtraLight"/>
              </a:defRPr>
            </a:pPr>
            <a:r>
              <a:rPr sz="4800">
                <a:solidFill>
                  <a:srgbClr val="0A0E10"/>
                </a:solidFill>
                <a:latin typeface="페이퍼로지 6 SemiBold"/>
                <a:ea typeface="페이퍼로지 6 SemiBold"/>
                <a:cs typeface="페이퍼로지 6 SemiBold"/>
              </a:rPr>
              <a:t>같은 기준으로 확인합니다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8F01E7FD-710D-70CA-AB54-FFD4CBA4B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810305"/>
            <a:ext cx="7429500" cy="71506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3 Light"/>
                <a:ea typeface="페이퍼로지 3 Light"/>
                <a:cs typeface="페이퍼로지 3 Light"/>
              </a:defRPr>
            </a:pPr>
            <a:r>
              <a:rPr sz="1600">
                <a:solidFill>
                  <a:srgbClr val="6C7476"/>
                </a:solidFill>
                <a:latin typeface="페이퍼로지 3 Light"/>
                <a:ea typeface="페이퍼로지 3 Light"/>
                <a:cs typeface="페이퍼로지 3 Light"/>
              </a:rPr>
              <a:t>교육 전 출발점을 기록하고, 현업 적용 8~10주 후 같은 행동문항으로</a:t>
            </a:r>
          </a:p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3 Light"/>
                <a:ea typeface="페이퍼로지 3 Light"/>
                <a:cs typeface="페이퍼로지 3 Light"/>
              </a:defRPr>
            </a:pPr>
            <a:r>
              <a:rPr sz="1600">
                <a:solidFill>
                  <a:srgbClr val="6C7476"/>
                </a:solidFill>
                <a:latin typeface="페이퍼로지 3 Light"/>
                <a:ea typeface="페이퍼로지 3 Light"/>
                <a:cs typeface="페이퍼로지 3 Light"/>
              </a:rPr>
              <a:t>다시 측정해 변화와 현업 적용환경을 확인합니다.</a:t>
            </a:r>
          </a:p>
        </p:txBody>
      </p:sp>
      <p:sp>
        <p:nvSpPr>
          <p:cNvPr id="11" name="Text 8">
            <a:extLst xmlns:a="http://schemas.openxmlformats.org/drawingml/2006/main">
              <a:ext uri="{FF2B5EF4-FFF2-40B4-BE49-F238E27FC236}">
                <a16:creationId xmlns:a16="http://schemas.microsoft.com/office/drawing/2014/main" id="{CC979613-820C-68B0-3020-76B2B0044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6476695"/>
            <a:ext cx="2286000" cy="16276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0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01</a:t>
            </a:r>
          </a:p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FF477ABB-A118-6E27-2F73-2B9EDE14D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6810451"/>
            <a:ext cx="2286000" cy="2862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900"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rPr>
              <a:t>사전검사</a:t>
            </a:r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4B672A9E-C4D6-5620-194E-059E6E40C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7229246"/>
            <a:ext cx="2286000" cy="50566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20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교육 전</a:t>
            </a:r>
          </a:p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20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출발점 기록</a:t>
            </a:r>
          </a:p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0188F215-E8C2-D2C2-6890-A9D7E20D5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598" y="6476695"/>
            <a:ext cx="2286000" cy="16276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0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02</a:t>
            </a:r>
          </a:p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802773F1-F230-E5B7-AB67-E3B93F9DC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598" y="6810451"/>
            <a:ext cx="2286000" cy="2862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900"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rPr>
              <a:t>사후검사</a:t>
            </a:r>
          </a:p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92620C19-402F-1A79-B79C-487B4E6A8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598" y="7229246"/>
            <a:ext cx="2286000" cy="50566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20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같은 문항으로</a:t>
            </a:r>
          </a:p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20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현업 행동 재측정</a:t>
            </a:r>
          </a:p>
        </p:txBody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6D33D5E3-3E55-FA73-07C8-351FBE386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195" y="6476695"/>
            <a:ext cx="2286000" cy="16276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0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03</a:t>
            </a:r>
          </a:p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BC86F90E-30AA-F6C6-C349-5ACAB495F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195" y="6810451"/>
            <a:ext cx="2286000" cy="2862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900"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rPr>
              <a:t>다음 행동</a:t>
            </a:r>
          </a:p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56088DD1-10B8-BAE8-4A3D-AB14DA41F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195" y="7229246"/>
            <a:ext cx="2286000" cy="50566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20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짝지은 변화와 전이</a:t>
            </a:r>
          </a:p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20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조건 확인</a:t>
            </a:r>
          </a:p>
        </p:txBody>
      </p:sp>
      <p:sp>
        <p:nvSpPr>
          <p:cNvPr id="23" name="Text 20">
            <a:extLst xmlns:a="http://schemas.openxmlformats.org/drawingml/2006/main">
              <a:ext uri="{FF2B5EF4-FFF2-40B4-BE49-F238E27FC236}">
                <a16:creationId xmlns:a16="http://schemas.microsoft.com/office/drawing/2014/main" id="{96E0A1F2-D7C3-2D5B-5BB7-AD6A734A5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0" y="9620402"/>
            <a:ext cx="1714500" cy="1719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>
                <a:solidFill>
                  <a:srgbClr val="98A4A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100">
                <a:solidFill>
                  <a:srgbClr val="98A4A6"/>
                </a:solidFill>
                <a:latin typeface="페이퍼로지 4 Regular"/>
                <a:ea typeface="페이퍼로지 4 Regular"/>
                <a:cs typeface="페이퍼로지 4 Regular"/>
              </a:rPr>
              <a:t>02</a:t>
            </a:r>
          </a:p>
        </p:txBody>
      </p:sp>
      <p:sp>
        <p:nvSpPr>
          <p:cNvPr id="3" name="Shape 0">
            <a:extLst xmlns:a="http://schemas.openxmlformats.org/drawingml/2006/main">
              <a:ext uri="{FF2B5EF4-FFF2-40B4-BE49-F238E27FC236}">
                <a16:creationId xmlns:a16="http://schemas.microsoft.com/office/drawing/2014/main" id="{ACDD74CE-8565-9840-73F8-F32FDA42C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0939" y="1000353"/>
            <a:ext cx="15986124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160">
            <a:gradFill rotWithShape="1">
              <a:gsLst>
                <a:gs pos="50000">
                  <a:srgbClr val="73C9BD"/>
                </a:gs>
                <a:gs pos="0">
                  <a:srgbClr val="6C7476"/>
                </a:gs>
                <a:gs pos="100000">
                  <a:srgbClr val="73C9BD"/>
                </a:gs>
              </a:gsLst>
              <a:lin ang="0" scaled="1"/>
              <a:tileRect/>
            </a:gra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0" name="Text 4">
            <a:extLst xmlns:a="http://schemas.openxmlformats.org/drawingml/2006/main">
              <a:ext uri="{FF2B5EF4-FFF2-40B4-BE49-F238E27FC236}">
                <a16:creationId xmlns:a16="http://schemas.microsoft.com/office/drawing/2014/main" id="{2921C518-2F6B-707E-1DAC-2C05193FE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21602" y="900326"/>
            <a:ext cx="1365937" cy="2377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>
                <a:solidFill>
                  <a:srgbClr val="00B5AC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300">
                <a:solidFill>
                  <a:srgbClr val="00B5AC"/>
                </a:solidFill>
                <a:latin typeface="페이퍼로지 4 Regular"/>
                <a:ea typeface="페이퍼로지 4 Regular"/>
                <a:cs typeface="페이퍼로지 4 Regular"/>
              </a:rPr>
              <a:t>OVERVIEW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2D81AE81-1ADF-EC5B-0BB4-A65E66445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2999" y="900326"/>
            <a:ext cx="1638701" cy="2377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lvl1pPr indent="0">
              <a:buNone/>
              <a:defRPr sz="1300" spc="297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lvl1pPr>
          </a:lstStyle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30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SERVICE SUMMARY</a:t>
            </a:r>
          </a:p>
        </p:txBody>
      </p:sp>
    </p:spTree>
    <p:extLst>
      <p:ext uri="{BB962C8B-B14F-4D97-AF65-F5344CB8AC3E}">
        <p14:creationId xmlns:p14="http://schemas.microsoft.com/office/powerpoint/2010/main" val="1682361748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Shape 0">
            <a:extLst xmlns:a="http://schemas.openxmlformats.org/drawingml/2006/main">
              <a:ext uri="{FF2B5EF4-FFF2-40B4-BE49-F238E27FC236}">
                <a16:creationId xmlns:a16="http://schemas.microsoft.com/office/drawing/2014/main" id="{EDC866E3-24F5-49DE-AD0B-5E6E8D8A3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0939" y="1000353"/>
            <a:ext cx="15986124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160">
            <a:gradFill rotWithShape="1">
              <a:gsLst>
                <a:gs pos="50000">
                  <a:srgbClr val="73C9BD"/>
                </a:gs>
                <a:gs pos="0">
                  <a:srgbClr val="6C7476"/>
                </a:gs>
                <a:gs pos="100000">
                  <a:srgbClr val="73C9BD"/>
                </a:gs>
              </a:gsLst>
              <a:lin ang="0" scaled="1"/>
              <a:tileRect/>
            </a:gra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B57C3B50-DC20-4F8A-B5CC-3156A3343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5695" y="1714500"/>
            <a:ext cx="7239305" cy="723930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7F7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46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b604f90197d4327"/>
          <a:srcRect xmlns:a="http://schemas.openxmlformats.org/drawingml/2006/main" l="-2083" t="0" r="-2083" b="0"/>
          <a:stretch xmlns:a="http://schemas.openxmlformats.org/drawingml/2006/main"/>
        </p:blipFill>
        <p:spPr>
          <a:xfrm xmlns:a="http://schemas.openxmlformats.org/drawingml/2006/main">
            <a:off x="1143000" y="9334195"/>
            <a:ext cx="16002000" cy="9144"/>
          </a:xfrm>
          <a:prstGeom xmlns:a="http://schemas.openxmlformats.org/drawingml/2006/main" prst="rect">
            <a:avLst/>
          </a:prstGeom>
        </p:spPr>
      </p:pic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9F889484-E45F-4FEE-BEAA-0F19B0968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914400"/>
            <a:ext cx="2437598" cy="2377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lvl1pPr indent="0">
              <a:buNone/>
              <a:defRPr sz="1300" spc="297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lvl1pPr>
          </a:lstStyle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30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ROLE &amp; ACCESS</a:t>
            </a:r>
          </a:p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D800BFA6-B5DA-4B8B-8072-6FE99AD7D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714500"/>
            <a:ext cx="8001000" cy="14484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2 ExtraLight"/>
                <a:ea typeface="페이퍼로지 2 ExtraLight"/>
                <a:cs typeface="페이퍼로지 2 ExtraLight"/>
              </a:defRPr>
            </a:pPr>
            <a:r>
              <a:rPr sz="4800">
                <a:solidFill>
                  <a:srgbClr val="0A0E10"/>
                </a:solidFill>
                <a:latin typeface="페이퍼로지 2 ExtraLight"/>
                <a:ea typeface="페이퍼로지 2 ExtraLight"/>
                <a:cs typeface="페이퍼로지 2 ExtraLight"/>
              </a:rPr>
              <a:t>역할마다 필요한 화면과</a:t>
            </a:r>
            <a:endParaRPr sz="4800">
              <a:solidFill>
                <a:srgbClr val="0A0E10"/>
              </a:solidFill>
              <a:latin typeface="페이퍼로지 2 ExtraLight"/>
              <a:ea typeface="페이퍼로지 2 ExtraLight"/>
              <a:cs typeface="페이퍼로지 2 ExtraLight"/>
            </a:endParaRPr>
          </a:p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2 ExtraLight"/>
                <a:ea typeface="페이퍼로지 2 ExtraLight"/>
                <a:cs typeface="페이퍼로지 2 ExtraLight"/>
              </a:defRPr>
            </a:pPr>
            <a:r>
              <a:rPr sz="4800">
                <a:solidFill>
                  <a:srgbClr val="0A0E10"/>
                </a:solidFill>
                <a:latin typeface="페이퍼로지 6 SemiBold"/>
                <a:ea typeface="페이퍼로지 6 SemiBold"/>
                <a:cs typeface="페이퍼로지 6 SemiBold"/>
              </a:rPr>
              <a:t>기본 열람범위가 다릅니다</a:t>
            </a:r>
            <a:endParaRPr sz="4800">
              <a:solidFill>
                <a:srgbClr val="0A0E10"/>
              </a:solidFill>
              <a:latin typeface="페이퍼로지 6 SemiBold"/>
              <a:ea typeface="페이퍼로지 6 SemiBold"/>
              <a:cs typeface="페이퍼로지 6 SemiBold"/>
            </a:endParaRP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B9084758-1CD5-4C2D-8E2D-0F5EF636DA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810305"/>
            <a:ext cx="7429500" cy="71506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3 Light"/>
                <a:ea typeface="페이퍼로지 3 Light"/>
                <a:cs typeface="페이퍼로지 3 Light"/>
              </a:defRPr>
            </a:pPr>
            <a:r>
              <a:rPr sz="1600">
                <a:solidFill>
                  <a:srgbClr val="6C7476"/>
                </a:solidFill>
                <a:latin typeface="페이퍼로지 3 Light"/>
                <a:ea typeface="페이퍼로지 3 Light"/>
                <a:cs typeface="페이퍼로지 3 Light"/>
              </a:rPr>
              <a:t>역할 전환은 데모 화면 안내용이며 실제 운영 권한 인증을 대신하지 않습니다.</a:t>
            </a:r>
          </a:p>
        </p:txBody>
      </p:sp>
      <p:sp>
        <p:nvSpPr>
          <p:cNvPr id="11" name="Text 8">
            <a:extLst xmlns:a="http://schemas.openxmlformats.org/drawingml/2006/main">
              <a:ext uri="{FF2B5EF4-FFF2-40B4-BE49-F238E27FC236}">
                <a16:creationId xmlns:a16="http://schemas.microsoft.com/office/drawing/2014/main" id="{DD5AB2B7-DC51-4B74-9025-5A22A7873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6286500"/>
            <a:ext cx="3620110" cy="16276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0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01</a:t>
            </a:r>
          </a:p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88C38AD6-6B0F-4B1B-9621-8BFBA7DA2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6620256"/>
            <a:ext cx="3620110" cy="26700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800"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rPr>
              <a:t>교육담당자</a:t>
            </a:r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DA1CE548-484D-4A33-9ED7-2E464BA05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7000646"/>
            <a:ext cx="3620110" cy="24780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20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교육 일정 · 조직 변화</a:t>
            </a:r>
          </a:p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FFAF3B7E-D856-4CE0-979E-3C20F8F16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6286500"/>
            <a:ext cx="3620110" cy="16276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0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02</a:t>
            </a:r>
          </a:p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F020F00B-53B8-4678-BEC1-E0267DE4D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6620256"/>
            <a:ext cx="3620110" cy="26700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800"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rPr>
              <a:t>참여자</a:t>
            </a:r>
          </a:p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F42C3DDD-61D8-405A-BD62-70ABE0E5B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7000646"/>
            <a:ext cx="3620110" cy="24780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20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사전·사후 · 내 변화</a:t>
            </a:r>
          </a:p>
        </p:txBody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82429BE4-CDA5-4001-A698-E2180F1F5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7810805"/>
            <a:ext cx="3620110" cy="16276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0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03</a:t>
            </a:r>
          </a:p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D5E2A1D7-74E9-4087-BC3E-73178F262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8143646"/>
            <a:ext cx="3620110" cy="26700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800"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rPr>
              <a:t>KMA 관리자</a:t>
            </a:r>
          </a:p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BC530BDB-D51B-4622-AEB9-DB0AAA7B5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8524951"/>
            <a:ext cx="3620110" cy="24780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20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운영현황 · 문항검수</a:t>
            </a:r>
          </a:p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D0FB7444-4885-4E76-8E01-B6ABBAE61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7810805"/>
            <a:ext cx="3620110" cy="16276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0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04</a:t>
            </a:r>
          </a:p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C07BC6A3-AD8A-496B-A61D-5B3044338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8143646"/>
            <a:ext cx="3620110" cy="26700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800"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rPr>
              <a:t>공통 원칙</a:t>
            </a:r>
          </a:p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CD8A459E-A2D9-4E3E-94FE-C42BF67DE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8524951"/>
            <a:ext cx="3620110" cy="24780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20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개인정보 최소 공개</a:t>
            </a:r>
          </a:p>
        </p:txBody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071015A9-AF87-4399-A204-FADF0CD72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0" y="9620402"/>
            <a:ext cx="1714500" cy="1719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>
                <a:solidFill>
                  <a:srgbClr val="98A4A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100">
                <a:solidFill>
                  <a:srgbClr val="98A4A6"/>
                </a:solidFill>
                <a:latin typeface="페이퍼로지 4 Regular"/>
                <a:ea typeface="페이퍼로지 4 Regular"/>
                <a:cs typeface="페이퍼로지 4 Regular"/>
              </a:rPr>
              <a:t>03</a:t>
            </a:r>
          </a:p>
        </p:txBody>
      </p:sp>
      <p:sp>
        <p:nvSpPr>
          <p:cNvPr id="30" name="Text 4">
            <a:extLst xmlns:a="http://schemas.openxmlformats.org/drawingml/2006/main">
              <a:ext uri="{FF2B5EF4-FFF2-40B4-BE49-F238E27FC236}">
                <a16:creationId xmlns:a16="http://schemas.microsoft.com/office/drawing/2014/main" id="{EB6CD4AC-0BA3-CCDE-E960-058897DFD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21602" y="900326"/>
            <a:ext cx="1370747" cy="2377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>
                <a:solidFill>
                  <a:srgbClr val="00B5AC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300">
                <a:solidFill>
                  <a:srgbClr val="00B5AC"/>
                </a:solidFill>
                <a:latin typeface="페이퍼로지 4 Regular"/>
                <a:ea typeface="페이퍼로지 4 Regular"/>
                <a:cs typeface="페이퍼로지 4 Regular"/>
              </a:rPr>
              <a:t>OVERVIEW</a:t>
            </a:r>
          </a:p>
        </p:txBody>
      </p:sp>
      <p:sp>
        <p:nvSpPr>
          <p:cNvPr id="32" name="concept-flow-1">
            <a:extLst xmlns:a="http://schemas.openxmlformats.org/drawingml/2006/main">
              <a:ext uri="{FF2B5EF4-FFF2-40B4-BE49-F238E27FC236}">
                <a16:creationId xmlns:a16="http://schemas.microsoft.com/office/drawing/2014/main" id="{717CD388-9B7B-4143-8144-38D00D7A5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5357524"/>
            <a:ext cx="22383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C7D9D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3" name="concept-flow-2">
            <a:extLst xmlns:a="http://schemas.openxmlformats.org/drawingml/2006/main">
              <a:ext uri="{FF2B5EF4-FFF2-40B4-BE49-F238E27FC236}">
                <a16:creationId xmlns:a16="http://schemas.microsoft.com/office/drawing/2014/main" id="{EAD99F34-9C65-45AF-B900-84DB2C533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0" y="5357524"/>
            <a:ext cx="22383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C7D9D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4" name="concept-badge">
            <a:extLst xmlns:a="http://schemas.openxmlformats.org/drawingml/2006/main">
              <a:ext uri="{FF2B5EF4-FFF2-40B4-BE49-F238E27FC236}">
                <a16:creationId xmlns:a16="http://schemas.microsoft.com/office/drawing/2014/main" id="{A2B430A5-542F-4F96-849E-393283C2A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3262024"/>
            <a:ext cx="26670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00B5AC"/>
          </a:solidFill>
          <a:ln xmlns:a="http://schemas.openxmlformats.org/drawingml/2006/main" w="13335">
            <a:solidFill>
              <a:srgbClr val="00B5A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wrap="square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>
                <a:solidFill>
                  <a:srgbClr val="FFFFFF"/>
                </a:solidFill>
                <a:latin typeface="페이퍼로지 6 SemiBold"/>
                <a:ea typeface="페이퍼로지 6 SemiBold"/>
                <a:cs typeface="페이퍼로지 6 SemiBold"/>
              </a:defRPr>
            </a:pPr>
            <a:r>
              <a:rPr sz="1700">
                <a:solidFill>
                  <a:srgbClr val="FFFFFF"/>
                </a:solidFill>
                <a:latin typeface="페이퍼로지 6 SemiBold"/>
                <a:ea typeface="페이퍼로지 6 SemiBold"/>
                <a:cs typeface="페이퍼로지 6 SemiBold"/>
              </a:rPr>
              <a:t>역할별 화면 · 접근 분리</a:t>
            </a:r>
          </a:p>
        </p:txBody>
      </p:sp>
      <p:sp>
        <p:nvSpPr>
          <p:cNvPr id="35" name="concept-a">
            <a:extLst xmlns:a="http://schemas.openxmlformats.org/drawingml/2006/main">
              <a:ext uri="{FF2B5EF4-FFF2-40B4-BE49-F238E27FC236}">
                <a16:creationId xmlns:a16="http://schemas.microsoft.com/office/drawing/2014/main" id="{4913A229-4B0F-49E1-AD0D-040DBCD62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0375" y="4690774"/>
            <a:ext cx="1333500" cy="1333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0B5A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wrap="square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500"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rPr>
              <a:t>교육담당자</a:t>
            </a:r>
          </a:p>
          <a:p xmlns:a="http://schemas.openxmlformats.org/drawingml/2006/main">
            <a:pPr algn="ctr">
              <a:buNone/>
              <a:defRPr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500"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rPr>
              <a:t>조직 운영</a:t>
            </a:r>
          </a:p>
        </p:txBody>
      </p:sp>
      <p:sp>
        <p:nvSpPr>
          <p:cNvPr id="36" name="concept-b">
            <a:extLst xmlns:a="http://schemas.openxmlformats.org/drawingml/2006/main">
              <a:ext uri="{FF2B5EF4-FFF2-40B4-BE49-F238E27FC236}">
                <a16:creationId xmlns:a16="http://schemas.microsoft.com/office/drawing/2014/main" id="{0C0ADA75-9D8F-485A-AFFB-44A12F4E3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0" y="4690774"/>
            <a:ext cx="1333500" cy="1333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0B5A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wrap="square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500"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rPr>
              <a:t>참여자</a:t>
            </a:r>
          </a:p>
          <a:p xmlns:a="http://schemas.openxmlformats.org/drawingml/2006/main">
            <a:pPr algn="ctr">
              <a:buNone/>
              <a:defRPr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500"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rPr>
              <a:t>본인 결과</a:t>
            </a:r>
          </a:p>
        </p:txBody>
      </p:sp>
      <p:sp>
        <p:nvSpPr>
          <p:cNvPr id="37" name="concept-ab">
            <a:extLst xmlns:a="http://schemas.openxmlformats.org/drawingml/2006/main">
              <a:ext uri="{FF2B5EF4-FFF2-40B4-BE49-F238E27FC236}">
                <a16:creationId xmlns:a16="http://schemas.microsoft.com/office/drawing/2014/main" id="{A6F7D5E1-03AC-4618-A7BC-7F6748D13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97125" y="4690774"/>
            <a:ext cx="1333500" cy="1333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0B5A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wrap="square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500"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rPr>
              <a:t>KMA 관리자</a:t>
            </a:r>
          </a:p>
          <a:p xmlns:a="http://schemas.openxmlformats.org/drawingml/2006/main">
            <a:pPr algn="ctr">
              <a:buNone/>
              <a:defRPr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500"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rPr>
              <a:t>도구 품질</a:t>
            </a:r>
          </a:p>
        </p:txBody>
      </p:sp>
      <p:sp>
        <p:nvSpPr>
          <p:cNvPr id="38" name="concept-result-a">
            <a:extLst xmlns:a="http://schemas.openxmlformats.org/drawingml/2006/main">
              <a:ext uri="{FF2B5EF4-FFF2-40B4-BE49-F238E27FC236}">
                <a16:creationId xmlns:a16="http://schemas.microsoft.com/office/drawing/2014/main" id="{D308B340-70F6-40D2-B87F-2B77ED548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786274"/>
            <a:ext cx="161925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2F8F7"/>
          </a:solidFill>
          <a:ln xmlns:a="http://schemas.openxmlformats.org/drawingml/2006/main" w="13335">
            <a:solidFill>
              <a:srgbClr val="C7D9DA"/>
            </a:solidFill>
            <a:prstDash val="solid"/>
          </a:ln>
        </p:spPr>
        <p:txBody>
          <a:bodyPr xmlns:a="http://schemas.openxmlformats.org/drawingml/2006/main" wrap="square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>
                <a:solidFill>
                  <a:srgbClr val="1E2324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300">
                <a:solidFill>
                  <a:srgbClr val="1E2324"/>
                </a:solidFill>
                <a:latin typeface="페이퍼로지 5 Medium"/>
                <a:ea typeface="페이퍼로지 5 Medium"/>
                <a:cs typeface="페이퍼로지 5 Medium"/>
              </a:rPr>
              <a:t>N≥5 집계</a:t>
            </a:r>
          </a:p>
        </p:txBody>
      </p:sp>
      <p:sp>
        <p:nvSpPr>
          <p:cNvPr id="39" name="concept-result-b">
            <a:extLst xmlns:a="http://schemas.openxmlformats.org/drawingml/2006/main">
              <a:ext uri="{FF2B5EF4-FFF2-40B4-BE49-F238E27FC236}">
                <a16:creationId xmlns:a16="http://schemas.microsoft.com/office/drawing/2014/main" id="{2C67017C-0697-481B-A615-F01504C41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15875" y="6786274"/>
            <a:ext cx="161925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2F8F7"/>
          </a:solidFill>
          <a:ln xmlns:a="http://schemas.openxmlformats.org/drawingml/2006/main" w="13335">
            <a:solidFill>
              <a:srgbClr val="C7D9DA"/>
            </a:solidFill>
            <a:prstDash val="solid"/>
          </a:ln>
        </p:spPr>
        <p:txBody>
          <a:bodyPr xmlns:a="http://schemas.openxmlformats.org/drawingml/2006/main" wrap="square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>
                <a:solidFill>
                  <a:srgbClr val="1E2324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300">
                <a:solidFill>
                  <a:srgbClr val="1E2324"/>
                </a:solidFill>
                <a:latin typeface="페이퍼로지 5 Medium"/>
                <a:ea typeface="페이퍼로지 5 Medium"/>
                <a:cs typeface="페이퍼로지 5 Medium"/>
              </a:rPr>
              <a:t>공유는 선택</a:t>
            </a:r>
          </a:p>
        </p:txBody>
      </p:sp>
      <p:sp>
        <p:nvSpPr>
          <p:cNvPr id="40" name="concept-result-ab">
            <a:extLst xmlns:a="http://schemas.openxmlformats.org/drawingml/2006/main">
              <a:ext uri="{FF2B5EF4-FFF2-40B4-BE49-F238E27FC236}">
                <a16:creationId xmlns:a16="http://schemas.microsoft.com/office/drawing/2014/main" id="{79A65F2B-A3FB-4CFC-84B5-E8FBBFF29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0" y="6786274"/>
            <a:ext cx="161925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2F8F7"/>
          </a:solidFill>
          <a:ln xmlns:a="http://schemas.openxmlformats.org/drawingml/2006/main" w="13335">
            <a:solidFill>
              <a:srgbClr val="C7D9DA"/>
            </a:solidFill>
            <a:prstDash val="solid"/>
          </a:ln>
        </p:spPr>
        <p:txBody>
          <a:bodyPr xmlns:a="http://schemas.openxmlformats.org/drawingml/2006/main" wrap="square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>
                <a:solidFill>
                  <a:srgbClr val="1E2324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300">
                <a:solidFill>
                  <a:srgbClr val="1E2324"/>
                </a:solidFill>
                <a:latin typeface="페이퍼로지 5 Medium"/>
                <a:ea typeface="페이퍼로지 5 Medium"/>
                <a:cs typeface="페이퍼로지 5 Medium"/>
              </a:rPr>
              <a:t>점수 기본 미열람</a:t>
            </a:r>
          </a:p>
        </p:txBody>
      </p:sp>
      <p:sp>
        <p:nvSpPr>
          <p:cNvPr id="41" name="concept-month-1">
            <a:extLst xmlns:a="http://schemas.openxmlformats.org/drawingml/2006/main">
              <a:ext uri="{FF2B5EF4-FFF2-40B4-BE49-F238E27FC236}">
                <a16:creationId xmlns:a16="http://schemas.microsoft.com/office/drawing/2014/main" id="{7F624207-AA90-48B2-9A90-37E6FF887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4233574"/>
            <a:ext cx="3714750" cy="323850"/>
          </a:xfrm>
          <a:prstGeom xmlns:a="http://schemas.openxmlformats.org/drawingml/2006/main" prst="roundRect">
            <a:avLst>
              <a:gd name="adj" fmla="val 3529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1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교육담당자 · 참여자</a:t>
            </a:r>
          </a:p>
        </p:txBody>
      </p:sp>
      <p:sp>
        <p:nvSpPr>
          <p:cNvPr id="42" name="concept-month-2">
            <a:extLst xmlns:a="http://schemas.openxmlformats.org/drawingml/2006/main">
              <a:ext uri="{FF2B5EF4-FFF2-40B4-BE49-F238E27FC236}">
                <a16:creationId xmlns:a16="http://schemas.microsoft.com/office/drawing/2014/main" id="{E967CC4D-5CCF-4290-8FF2-C83C7CD68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0" y="4233574"/>
            <a:ext cx="1619250" cy="323850"/>
          </a:xfrm>
          <a:prstGeom xmlns:a="http://schemas.openxmlformats.org/drawingml/2006/main" prst="roundRect">
            <a:avLst>
              <a:gd name="adj" fmla="val 3529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1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KMA</a:t>
            </a:r>
          </a:p>
        </p:txBody>
      </p:sp>
    </p:spTree>
    <p:extLst>
      <p:ext uri="{BB962C8B-B14F-4D97-AF65-F5344CB8AC3E}">
        <p14:creationId xmlns:p14="http://schemas.microsoft.com/office/powerpoint/2010/main" val="112463061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Shape 0">
            <a:extLst xmlns:a="http://schemas.openxmlformats.org/drawingml/2006/main">
              <a:ext uri="{FF2B5EF4-FFF2-40B4-BE49-F238E27FC236}">
                <a16:creationId xmlns:a16="http://schemas.microsoft.com/office/drawing/2014/main" id="{171F3167-D0F6-A154-3969-882D53818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0939" y="1000353"/>
            <a:ext cx="15986124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160">
            <a:gradFill rotWithShape="1">
              <a:gsLst>
                <a:gs pos="50000">
                  <a:srgbClr val="73C9BD"/>
                </a:gs>
                <a:gs pos="0">
                  <a:srgbClr val="6C7476"/>
                </a:gs>
                <a:gs pos="100000">
                  <a:srgbClr val="73C9BD"/>
                </a:gs>
              </a:gsLst>
              <a:lin ang="0" scaled="1"/>
              <a:tileRect/>
            </a:gra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E6910152-35D2-44BA-B745-A951087A6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1714500"/>
            <a:ext cx="6858000" cy="723930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7F7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59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6e34f80e16f462b"/>
          <a:srcRect xmlns:a="http://schemas.openxmlformats.org/drawingml/2006/main" l="-2083" t="0" r="-2083" b="0"/>
          <a:stretch xmlns:a="http://schemas.openxmlformats.org/drawingml/2006/main"/>
        </p:blipFill>
        <p:spPr>
          <a:xfrm xmlns:a="http://schemas.openxmlformats.org/drawingml/2006/main">
            <a:off x="1143000" y="9334195"/>
            <a:ext cx="16002000" cy="9144"/>
          </a:xfrm>
          <a:prstGeom xmlns:a="http://schemas.openxmlformats.org/drawingml/2006/main" prst="rect">
            <a:avLst/>
          </a:prstGeom>
        </p:spPr>
      </p:pic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C01D4990-29A3-4468-AD6C-B50C06EAD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914400"/>
            <a:ext cx="2668604" cy="2377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lvl1pPr indent="0">
              <a:buNone/>
              <a:defRPr sz="1300" spc="297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lvl1pPr>
          </a:lstStyle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30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RESULT USE</a:t>
            </a:r>
          </a:p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D0474DB0-9A5B-4CE3-AE6B-55D4443B8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714500"/>
            <a:ext cx="8572500" cy="1353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2 ExtraLight"/>
                <a:ea typeface="페이퍼로지 2 ExtraLight"/>
                <a:cs typeface="페이퍼로지 2 ExtraLight"/>
              </a:defRPr>
            </a:pPr>
            <a:r>
              <a:rPr sz="4800">
                <a:solidFill>
                  <a:srgbClr val="0A0E10"/>
                </a:solidFill>
                <a:latin typeface="페이퍼로지 2 ExtraLight"/>
                <a:ea typeface="페이퍼로지 2 ExtraLight"/>
                <a:cs typeface="페이퍼로지 2 ExtraLight"/>
              </a:rPr>
              <a:t>결과는 전후 변화와 현업 전이 중</a:t>
            </a:r>
          </a:p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2 ExtraLight"/>
                <a:ea typeface="페이퍼로지 2 ExtraLight"/>
                <a:cs typeface="페이퍼로지 2 ExtraLight"/>
              </a:defRPr>
            </a:pPr>
            <a:r>
              <a:rPr sz="4800">
                <a:solidFill>
                  <a:srgbClr val="0A0E10"/>
                </a:solidFill>
                <a:latin typeface="페이퍼로지 6 SemiBold"/>
                <a:ea typeface="페이퍼로지 6 SemiBold"/>
                <a:cs typeface="페이퍼로지 6 SemiBold"/>
              </a:rPr>
              <a:t>무엇을 보완할지 정하는 데 씁니다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73CA359B-CBBA-44AE-9F0B-F92792978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810305"/>
            <a:ext cx="8572500" cy="71506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3 Light"/>
                <a:ea typeface="페이퍼로지 3 Light"/>
                <a:cs typeface="페이퍼로지 3 Light"/>
              </a:defRPr>
            </a:pPr>
            <a:r>
              <a:rPr sz="1600">
                <a:solidFill>
                  <a:srgbClr val="6C7476"/>
                </a:solidFill>
                <a:latin typeface="페이퍼로지 3 Light"/>
                <a:ea typeface="페이퍼로지 3 Light"/>
                <a:cs typeface="페이퍼로지 3 Light"/>
              </a:rPr>
              <a:t>사후점수만으로 교육효과를 단정하지 않습니다.</a:t>
            </a:r>
          </a:p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3 Light"/>
                <a:ea typeface="페이퍼로지 3 Light"/>
                <a:cs typeface="페이퍼로지 3 Light"/>
              </a:defRPr>
            </a:pPr>
            <a:r>
              <a:rPr sz="1600">
                <a:solidFill>
                  <a:srgbClr val="6C7476"/>
                </a:solidFill>
                <a:latin typeface="페이퍼로지 3 Light"/>
                <a:ea typeface="페이퍼로지 3 Light"/>
                <a:cs typeface="페이퍼로지 3 Light"/>
              </a:rPr>
              <a:t>적용기회 · 상사지원 · 도구 · 권한을 함께 봅니다.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1EB2A4FA-C378-46BA-9B70-8E966295E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715000"/>
            <a:ext cx="8287207" cy="9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0E10"/>
          </a:solidFill>
          <a:ln xmlns:a="http://schemas.openxmlformats.org/drawingml/2006/main" w="12700">
            <a:solidFill>
              <a:srgbClr val="0A0E1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971020C2-BC00-4FEB-868A-A7DDB966A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896051"/>
            <a:ext cx="8287207" cy="26700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800"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rPr>
              <a:t>개인 리포트 · 본인의 사전·사후 변화 확인</a:t>
            </a:r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1AD8DDF0-7039-4E27-8B11-2D413AA23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6258154"/>
            <a:ext cx="8287207" cy="27706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20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동일 문항의 전후 점수 · 관찰 변화 · 현업 적용환경</a:t>
            </a:r>
          </a:p>
        </p:txBody>
      </p:sp>
      <p:sp>
        <p:nvSpPr>
          <p:cNvPr id="14" name="Shape 11">
            <a:extLst xmlns:a="http://schemas.openxmlformats.org/drawingml/2006/main">
              <a:ext uri="{FF2B5EF4-FFF2-40B4-BE49-F238E27FC236}">
                <a16:creationId xmlns:a16="http://schemas.microsoft.com/office/drawing/2014/main" id="{051D52D4-BF9F-4AEC-A9D4-540643CDA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7048195"/>
            <a:ext cx="8287207" cy="9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0E10"/>
          </a:solidFill>
          <a:ln xmlns:a="http://schemas.openxmlformats.org/drawingml/2006/main" w="12700">
            <a:solidFill>
              <a:srgbClr val="0A0E1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DD8F7B3A-A440-4EC2-98B6-B68C90AE0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7229246"/>
            <a:ext cx="8287207" cy="26700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800"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rPr>
              <a:t>조직 리포트 · 짝지어진 집단 변화 확인</a:t>
            </a:r>
          </a:p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CA2EB170-DEF1-4950-BC23-6D00056C4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7886700"/>
            <a:ext cx="1905610" cy="15270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9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사전</a:t>
            </a:r>
          </a:p>
        </p:txBody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0F0B1C30-E9DC-4507-A357-EFB59F4ED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8115300"/>
            <a:ext cx="1905610" cy="1719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05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출발점</a:t>
            </a:r>
          </a:p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1774F5C4-63C0-4BB8-9997-93CEC4770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805" y="7886700"/>
            <a:ext cx="1905610" cy="15270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9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사후</a:t>
            </a:r>
          </a:p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C54549F4-E392-4989-B19C-6113A80F3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805" y="8115300"/>
            <a:ext cx="1905610" cy="1719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05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관찰 변화</a:t>
            </a:r>
          </a:p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BE03D512-C8BF-4877-ADFC-96AA18065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3695" y="7886700"/>
            <a:ext cx="1905610" cy="15270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9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맥락</a:t>
            </a:r>
          </a:p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950766F9-1E33-49C8-A166-FE4CD03B9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3695" y="8115300"/>
            <a:ext cx="1905610" cy="1719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05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적용환경</a:t>
            </a:r>
          </a:p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5D20431E-E24E-4484-AEB4-E8CEB73ED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7886700"/>
            <a:ext cx="1905610" cy="15270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9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공개</a:t>
            </a:r>
          </a:p>
        </p:txBody>
      </p:sp>
      <p:sp>
        <p:nvSpPr>
          <p:cNvPr id="23" name="Text 20">
            <a:extLst xmlns:a="http://schemas.openxmlformats.org/drawingml/2006/main">
              <a:ext uri="{FF2B5EF4-FFF2-40B4-BE49-F238E27FC236}">
                <a16:creationId xmlns:a16="http://schemas.microsoft.com/office/drawing/2014/main" id="{666938FE-E18C-48A1-9545-991822C1D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8115300"/>
            <a:ext cx="1905610" cy="1719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05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N≥5 집계</a:t>
            </a:r>
          </a:p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8C304613-E79C-40DC-BC1B-D2BDFA925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8762695"/>
            <a:ext cx="8287207" cy="16276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98A4A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000">
                <a:solidFill>
                  <a:srgbClr val="98A4A6"/>
                </a:solidFill>
                <a:latin typeface="페이퍼로지 4 Regular"/>
                <a:ea typeface="페이퍼로지 4 Regular"/>
                <a:cs typeface="페이퍼로지 4 Regular"/>
              </a:rPr>
              <a:t>비교집단이 없으면 교육의 인과효과가 아니라 ‘교육 전후 관찰된 변화’로 표현합니다.</a:t>
            </a:r>
          </a:p>
        </p:txBody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F9198117-1B7C-4488-A0A9-1F9A26812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0" y="9620402"/>
            <a:ext cx="1714500" cy="1719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>
                <a:solidFill>
                  <a:srgbClr val="98A4A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100">
                <a:solidFill>
                  <a:srgbClr val="98A4A6"/>
                </a:solidFill>
                <a:latin typeface="페이퍼로지 4 Regular"/>
                <a:ea typeface="페이퍼로지 4 Regular"/>
                <a:cs typeface="페이퍼로지 4 Regular"/>
              </a:rPr>
              <a:t>04</a:t>
            </a:r>
          </a:p>
        </p:txBody>
      </p:sp>
      <p:sp>
        <p:nvSpPr>
          <p:cNvPr id="39" name="Text 4">
            <a:extLst xmlns:a="http://schemas.openxmlformats.org/drawingml/2006/main">
              <a:ext uri="{FF2B5EF4-FFF2-40B4-BE49-F238E27FC236}">
                <a16:creationId xmlns:a16="http://schemas.microsoft.com/office/drawing/2014/main" id="{622A1526-965E-A627-17A6-4B5087A21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07579" y="900326"/>
            <a:ext cx="1773934" cy="2377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>
                <a:solidFill>
                  <a:srgbClr val="00B5AC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300">
                <a:solidFill>
                  <a:srgbClr val="00B5AC"/>
                </a:solidFill>
                <a:latin typeface="페이퍼로지 4 Regular"/>
                <a:ea typeface="페이퍼로지 4 Regular"/>
                <a:cs typeface="페이퍼로지 4 Regular"/>
              </a:rPr>
              <a:t>OVERVIEW</a:t>
            </a:r>
          </a:p>
        </p:txBody>
      </p:sp>
      <p:sp>
        <p:nvSpPr>
          <p:cNvPr id="41" name="product-annual-line">
            <a:extLst xmlns:a="http://schemas.openxmlformats.org/drawingml/2006/main">
              <a:ext uri="{FF2B5EF4-FFF2-40B4-BE49-F238E27FC236}">
                <a16:creationId xmlns:a16="http://schemas.microsoft.com/office/drawing/2014/main" id="{B82F41F6-AE80-4DA9-9F68-9385B2E21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0" y="4476750"/>
            <a:ext cx="371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C7D9D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2" name="product-theme-line">
            <a:extLst xmlns:a="http://schemas.openxmlformats.org/drawingml/2006/main">
              <a:ext uri="{FF2B5EF4-FFF2-40B4-BE49-F238E27FC236}">
                <a16:creationId xmlns:a16="http://schemas.microsoft.com/office/drawing/2014/main" id="{B13F3F1A-3F16-4DF9-BB84-AE79B2612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0" y="6191250"/>
            <a:ext cx="371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C7D9D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3" name="product-badge">
            <a:extLst xmlns:a="http://schemas.openxmlformats.org/drawingml/2006/main">
              <a:ext uri="{FF2B5EF4-FFF2-40B4-BE49-F238E27FC236}">
                <a16:creationId xmlns:a16="http://schemas.microsoft.com/office/drawing/2014/main" id="{3760D9C3-F3F9-490A-BE76-9018B51F1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0" y="2571750"/>
            <a:ext cx="2667000" cy="495300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00B5AC"/>
          </a:solidFill>
          <a:ln xmlns:a="http://schemas.openxmlformats.org/drawingml/2006/main" w="13335">
            <a:solidFill>
              <a:srgbClr val="00B5A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wrap="square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>
                <a:solidFill>
                  <a:srgbClr val="FFFFFF"/>
                </a:solidFill>
                <a:latin typeface="페이퍼로지 6 SemiBold"/>
                <a:ea typeface="페이퍼로지 6 SemiBold"/>
                <a:cs typeface="페이퍼로지 6 SemiBold"/>
              </a:defRPr>
            </a:pPr>
            <a:r>
              <a:rPr sz="1600">
                <a:solidFill>
                  <a:srgbClr val="FFFFFF"/>
                </a:solidFill>
                <a:latin typeface="페이퍼로지 6 SemiBold"/>
                <a:ea typeface="페이퍼로지 6 SemiBold"/>
                <a:cs typeface="페이퍼로지 6 SemiBold"/>
              </a:rPr>
              <a:t>교육 전후 해석의 흐름</a:t>
            </a:r>
          </a:p>
        </p:txBody>
      </p:sp>
      <p:sp>
        <p:nvSpPr>
          <p:cNvPr id="44" name="product-week-1회차">
            <a:extLst xmlns:a="http://schemas.openxmlformats.org/drawingml/2006/main">
              <a:ext uri="{FF2B5EF4-FFF2-40B4-BE49-F238E27FC236}">
                <a16:creationId xmlns:a16="http://schemas.microsoft.com/office/drawing/2014/main" id="{913EB834-8A3F-46C3-A5AF-4239B34A0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0" y="3333750"/>
            <a:ext cx="9525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>
                <a:solidFill>
                  <a:srgbClr val="98A4A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000">
                <a:solidFill>
                  <a:srgbClr val="98A4A6"/>
                </a:solidFill>
                <a:latin typeface="페이퍼로지 4 Regular"/>
                <a:ea typeface="페이퍼로지 4 Regular"/>
                <a:cs typeface="페이퍼로지 4 Regular"/>
              </a:rPr>
              <a:t>개인</a:t>
            </a:r>
          </a:p>
        </p:txBody>
      </p:sp>
      <p:sp>
        <p:nvSpPr>
          <p:cNvPr id="45" name="product-week-2회차">
            <a:extLst xmlns:a="http://schemas.openxmlformats.org/drawingml/2006/main">
              <a:ext uri="{FF2B5EF4-FFF2-40B4-BE49-F238E27FC236}">
                <a16:creationId xmlns:a16="http://schemas.microsoft.com/office/drawing/2014/main" id="{22583FA1-351B-4078-810F-BA5ECE2AC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92250" y="3333750"/>
            <a:ext cx="9525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>
                <a:solidFill>
                  <a:srgbClr val="98A4A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000">
                <a:solidFill>
                  <a:srgbClr val="98A4A6"/>
                </a:solidFill>
                <a:latin typeface="페이퍼로지 4 Regular"/>
                <a:ea typeface="페이퍼로지 4 Regular"/>
                <a:cs typeface="페이퍼로지 4 Regular"/>
              </a:rPr>
              <a:t>조직</a:t>
            </a:r>
          </a:p>
        </p:txBody>
      </p:sp>
      <p:sp>
        <p:nvSpPr>
          <p:cNvPr id="46" name="product-week-3회차">
            <a:extLst xmlns:a="http://schemas.openxmlformats.org/drawingml/2006/main">
              <a:ext uri="{FF2B5EF4-FFF2-40B4-BE49-F238E27FC236}">
                <a16:creationId xmlns:a16="http://schemas.microsoft.com/office/drawing/2014/main" id="{1DA250B1-DC53-40ED-AD75-C55B993F2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0" y="3333750"/>
            <a:ext cx="9525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>
                <a:solidFill>
                  <a:srgbClr val="98A4A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000">
                <a:solidFill>
                  <a:srgbClr val="98A4A6"/>
                </a:solidFill>
                <a:latin typeface="페이퍼로지 4 Regular"/>
                <a:ea typeface="페이퍼로지 4 Regular"/>
                <a:cs typeface="페이퍼로지 4 Regular"/>
              </a:rPr>
              <a:t>결정</a:t>
            </a:r>
          </a:p>
        </p:txBody>
      </p:sp>
      <p:sp>
        <p:nvSpPr>
          <p:cNvPr id="47" name="product-annual-label">
            <a:extLst xmlns:a="http://schemas.openxmlformats.org/drawingml/2006/main">
              <a:ext uri="{FF2B5EF4-FFF2-40B4-BE49-F238E27FC236}">
                <a16:creationId xmlns:a16="http://schemas.microsoft.com/office/drawing/2014/main" id="{D2F84F77-15D2-4019-985F-C148DA686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4048125"/>
            <a:ext cx="1381125" cy="8572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2F8F7"/>
          </a:solidFill>
          <a:ln xmlns:a="http://schemas.openxmlformats.org/drawingml/2006/main" w="13335">
            <a:solidFill>
              <a:srgbClr val="00B5AC"/>
            </a:solidFill>
            <a:prstDash val="solid"/>
          </a:ln>
        </p:spPr>
        <p:txBody>
          <a:bodyPr xmlns:a="http://schemas.openxmlformats.org/drawingml/2006/main" wrap="square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300"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rPr>
              <a:t>리포트</a:t>
            </a:r>
          </a:p>
        </p:txBody>
      </p:sp>
      <p:sp>
        <p:nvSpPr>
          <p:cNvPr id="48" name="product-theme-label">
            <a:extLst xmlns:a="http://schemas.openxmlformats.org/drawingml/2006/main">
              <a:ext uri="{FF2B5EF4-FFF2-40B4-BE49-F238E27FC236}">
                <a16:creationId xmlns:a16="http://schemas.microsoft.com/office/drawing/2014/main" id="{73C35CB7-594D-4761-9194-430E0566C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5762625"/>
            <a:ext cx="1381125" cy="8572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2F8F7"/>
          </a:solidFill>
          <a:ln xmlns:a="http://schemas.openxmlformats.org/drawingml/2006/main" w="13335">
            <a:solidFill>
              <a:srgbClr val="00B5AC"/>
            </a:solidFill>
            <a:prstDash val="solid"/>
          </a:ln>
        </p:spPr>
        <p:txBody>
          <a:bodyPr xmlns:a="http://schemas.openxmlformats.org/drawingml/2006/main" wrap="square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200"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rPr>
              <a:t>다음</a:t>
            </a:r>
          </a:p>
          <a:p xmlns:a="http://schemas.openxmlformats.org/drawingml/2006/main">
            <a:pPr algn="ctr">
              <a:buNone/>
              <a:defRPr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200"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rPr>
              <a:t>행동</a:t>
            </a:r>
          </a:p>
        </p:txBody>
      </p:sp>
      <p:sp>
        <p:nvSpPr>
          <p:cNvPr id="49" name="annual-A">
            <a:extLst xmlns:a="http://schemas.openxmlformats.org/drawingml/2006/main">
              <a:ext uri="{FF2B5EF4-FFF2-40B4-BE49-F238E27FC236}">
                <a16:creationId xmlns:a16="http://schemas.microsoft.com/office/drawing/2014/main" id="{3E0747A5-2467-4FCF-A3AE-B07303EEB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0" y="4095750"/>
            <a:ext cx="762000" cy="762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B5AC"/>
          </a:solidFill>
          <a:ln xmlns:a="http://schemas.openxmlformats.org/drawingml/2006/main" w="17145">
            <a:solidFill>
              <a:srgbClr val="00B5A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wrap="square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>
                <a:solidFill>
                  <a:srgbClr val="FFFFFF"/>
                </a:solidFill>
                <a:latin typeface="페이퍼로지 6 SemiBold"/>
                <a:ea typeface="페이퍼로지 6 SemiBold"/>
                <a:cs typeface="페이퍼로지 6 SemiBold"/>
              </a:defRPr>
            </a:pPr>
            <a:r>
              <a:rPr sz="1300">
                <a:solidFill>
                  <a:srgbClr val="FFFFFF"/>
                </a:solidFill>
                <a:latin typeface="페이퍼로지 6 SemiBold"/>
                <a:ea typeface="페이퍼로지 6 SemiBold"/>
                <a:cs typeface="페이퍼로지 6 SemiBold"/>
              </a:rPr>
              <a:t>사전</a:t>
            </a:r>
          </a:p>
          <a:p xmlns:a="http://schemas.openxmlformats.org/drawingml/2006/main">
            <a:pPr algn="ctr">
              <a:buNone/>
              <a:defRPr>
                <a:solidFill>
                  <a:srgbClr val="FFFFFF"/>
                </a:solidFill>
                <a:latin typeface="페이퍼로지 6 SemiBold"/>
                <a:ea typeface="페이퍼로지 6 SemiBold"/>
                <a:cs typeface="페이퍼로지 6 SemiBold"/>
              </a:defRPr>
            </a:pPr>
            <a:r>
              <a:rPr sz="1300">
                <a:solidFill>
                  <a:srgbClr val="FFFFFF"/>
                </a:solidFill>
                <a:latin typeface="페이퍼로지 6 SemiBold"/>
                <a:ea typeface="페이퍼로지 6 SemiBold"/>
                <a:cs typeface="페이퍼로지 6 SemiBold"/>
              </a:rPr>
              <a:t>출발점</a:t>
            </a:r>
          </a:p>
        </p:txBody>
      </p:sp>
      <p:sp>
        <p:nvSpPr>
          <p:cNvPr id="50" name="theme-A">
            <a:extLst xmlns:a="http://schemas.openxmlformats.org/drawingml/2006/main">
              <a:ext uri="{FF2B5EF4-FFF2-40B4-BE49-F238E27FC236}">
                <a16:creationId xmlns:a16="http://schemas.microsoft.com/office/drawing/2014/main" id="{CA249E1C-D3E3-49DE-9559-039A8241D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0" y="5810250"/>
            <a:ext cx="762000" cy="762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7145">
            <a:solidFill>
              <a:srgbClr val="00B5AC"/>
            </a:solidFill>
            <a:prstDash val="solid"/>
          </a:ln>
        </p:spPr>
        <p:txBody>
          <a:bodyPr xmlns:a="http://schemas.openxmlformats.org/drawingml/2006/main" wrap="square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>
                <a:solidFill>
                  <a:srgbClr val="00B5AC"/>
                </a:solidFill>
                <a:latin typeface="페이퍼로지 6 SemiBold"/>
                <a:ea typeface="페이퍼로지 6 SemiBold"/>
                <a:cs typeface="페이퍼로지 6 SemiBold"/>
              </a:defRPr>
            </a:pPr>
            <a:r>
              <a:rPr sz="1300">
                <a:solidFill>
                  <a:srgbClr val="00B5AC"/>
                </a:solidFill>
                <a:latin typeface="페이퍼로지 6 SemiBold"/>
                <a:ea typeface="페이퍼로지 6 SemiBold"/>
                <a:cs typeface="페이퍼로지 6 SemiBold"/>
              </a:rPr>
              <a:t>전이</a:t>
            </a:r>
          </a:p>
          <a:p xmlns:a="http://schemas.openxmlformats.org/drawingml/2006/main">
            <a:pPr algn="ctr">
              <a:buNone/>
              <a:defRPr>
                <a:solidFill>
                  <a:srgbClr val="00B5AC"/>
                </a:solidFill>
                <a:latin typeface="페이퍼로지 6 SemiBold"/>
                <a:ea typeface="페이퍼로지 6 SemiBold"/>
                <a:cs typeface="페이퍼로지 6 SemiBold"/>
              </a:defRPr>
            </a:pPr>
            <a:r>
              <a:rPr sz="1300">
                <a:solidFill>
                  <a:srgbClr val="00B5AC"/>
                </a:solidFill>
                <a:latin typeface="페이퍼로지 6 SemiBold"/>
                <a:ea typeface="페이퍼로지 6 SemiBold"/>
                <a:cs typeface="페이퍼로지 6 SemiBold"/>
              </a:rPr>
              <a:t>조건</a:t>
            </a:r>
          </a:p>
        </p:txBody>
      </p:sp>
      <p:sp>
        <p:nvSpPr>
          <p:cNvPr id="51" name="annual-B">
            <a:extLst xmlns:a="http://schemas.openxmlformats.org/drawingml/2006/main">
              <a:ext uri="{FF2B5EF4-FFF2-40B4-BE49-F238E27FC236}">
                <a16:creationId xmlns:a16="http://schemas.microsoft.com/office/drawing/2014/main" id="{524F543A-20B4-4A6D-BC7D-F78353650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0" y="4095750"/>
            <a:ext cx="762000" cy="762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B5AC"/>
          </a:solidFill>
          <a:ln xmlns:a="http://schemas.openxmlformats.org/drawingml/2006/main" w="17145">
            <a:solidFill>
              <a:srgbClr val="00B5A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wrap="square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>
                <a:solidFill>
                  <a:srgbClr val="FFFFFF"/>
                </a:solidFill>
                <a:latin typeface="페이퍼로지 6 SemiBold"/>
                <a:ea typeface="페이퍼로지 6 SemiBold"/>
                <a:cs typeface="페이퍼로지 6 SemiBold"/>
              </a:defRPr>
            </a:pPr>
            <a:r>
              <a:rPr sz="1300">
                <a:solidFill>
                  <a:srgbClr val="FFFFFF"/>
                </a:solidFill>
                <a:latin typeface="페이퍼로지 6 SemiBold"/>
                <a:ea typeface="페이퍼로지 6 SemiBold"/>
                <a:cs typeface="페이퍼로지 6 SemiBold"/>
              </a:rPr>
              <a:t>사후</a:t>
            </a:r>
          </a:p>
          <a:p xmlns:a="http://schemas.openxmlformats.org/drawingml/2006/main">
            <a:pPr algn="ctr">
              <a:buNone/>
              <a:defRPr>
                <a:solidFill>
                  <a:srgbClr val="FFFFFF"/>
                </a:solidFill>
                <a:latin typeface="페이퍼로지 6 SemiBold"/>
                <a:ea typeface="페이퍼로지 6 SemiBold"/>
                <a:cs typeface="페이퍼로지 6 SemiBold"/>
              </a:defRPr>
            </a:pPr>
            <a:r>
              <a:rPr sz="1300">
                <a:solidFill>
                  <a:srgbClr val="FFFFFF"/>
                </a:solidFill>
                <a:latin typeface="페이퍼로지 6 SemiBold"/>
                <a:ea typeface="페이퍼로지 6 SemiBold"/>
                <a:cs typeface="페이퍼로지 6 SemiBold"/>
              </a:rPr>
              <a:t>재측정</a:t>
            </a:r>
          </a:p>
        </p:txBody>
      </p:sp>
      <p:sp>
        <p:nvSpPr>
          <p:cNvPr id="52" name="theme-B">
            <a:extLst xmlns:a="http://schemas.openxmlformats.org/drawingml/2006/main">
              <a:ext uri="{FF2B5EF4-FFF2-40B4-BE49-F238E27FC236}">
                <a16:creationId xmlns:a16="http://schemas.microsoft.com/office/drawing/2014/main" id="{ED8BD520-A6CF-436B-AB1A-A4465F5F7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0" y="5810250"/>
            <a:ext cx="762000" cy="762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7145">
            <a:solidFill>
              <a:srgbClr val="00B5AC"/>
            </a:solidFill>
            <a:prstDash val="solid"/>
          </a:ln>
        </p:spPr>
        <p:txBody>
          <a:bodyPr xmlns:a="http://schemas.openxmlformats.org/drawingml/2006/main" wrap="square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>
                <a:solidFill>
                  <a:srgbClr val="00B5AC"/>
                </a:solidFill>
                <a:latin typeface="페이퍼로지 6 SemiBold"/>
                <a:ea typeface="페이퍼로지 6 SemiBold"/>
                <a:cs typeface="페이퍼로지 6 SemiBold"/>
              </a:defRPr>
            </a:pPr>
            <a:r>
              <a:rPr sz="1300">
                <a:solidFill>
                  <a:srgbClr val="00B5AC"/>
                </a:solidFill>
                <a:latin typeface="페이퍼로지 6 SemiBold"/>
                <a:ea typeface="페이퍼로지 6 SemiBold"/>
                <a:cs typeface="페이퍼로지 6 SemiBold"/>
              </a:rPr>
              <a:t>교육</a:t>
            </a:r>
          </a:p>
          <a:p xmlns:a="http://schemas.openxmlformats.org/drawingml/2006/main">
            <a:pPr algn="ctr">
              <a:buNone/>
              <a:defRPr>
                <a:solidFill>
                  <a:srgbClr val="00B5AC"/>
                </a:solidFill>
                <a:latin typeface="페이퍼로지 6 SemiBold"/>
                <a:ea typeface="페이퍼로지 6 SemiBold"/>
                <a:cs typeface="페이퍼로지 6 SemiBold"/>
              </a:defRPr>
            </a:pPr>
            <a:r>
              <a:rPr sz="1300">
                <a:solidFill>
                  <a:srgbClr val="00B5AC"/>
                </a:solidFill>
                <a:latin typeface="페이퍼로지 6 SemiBold"/>
                <a:ea typeface="페이퍼로지 6 SemiBold"/>
                <a:cs typeface="페이퍼로지 6 SemiBold"/>
              </a:rPr>
              <a:t>보완</a:t>
            </a:r>
          </a:p>
        </p:txBody>
      </p:sp>
      <p:sp>
        <p:nvSpPr>
          <p:cNvPr id="53" name="annual-A+B">
            <a:extLst xmlns:a="http://schemas.openxmlformats.org/drawingml/2006/main">
              <a:ext uri="{FF2B5EF4-FFF2-40B4-BE49-F238E27FC236}">
                <a16:creationId xmlns:a16="http://schemas.microsoft.com/office/drawing/2014/main" id="{0FD316B6-4539-49B5-87E1-DDF9631D7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0" y="4095750"/>
            <a:ext cx="762000" cy="762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B5AC"/>
          </a:solidFill>
          <a:ln xmlns:a="http://schemas.openxmlformats.org/drawingml/2006/main" w="17145">
            <a:solidFill>
              <a:srgbClr val="00B5A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wrap="square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>
                <a:solidFill>
                  <a:srgbClr val="FFFFFF"/>
                </a:solidFill>
                <a:latin typeface="페이퍼로지 6 SemiBold"/>
                <a:ea typeface="페이퍼로지 6 SemiBold"/>
                <a:cs typeface="페이퍼로지 6 SemiBold"/>
              </a:defRPr>
            </a:pPr>
            <a:r>
              <a:rPr sz="1100">
                <a:solidFill>
                  <a:srgbClr val="FFFFFF"/>
                </a:solidFill>
                <a:latin typeface="페이퍼로지 6 SemiBold"/>
                <a:ea typeface="페이퍼로지 6 SemiBold"/>
                <a:cs typeface="페이퍼로지 6 SemiBold"/>
              </a:rPr>
              <a:t>짝지은</a:t>
            </a:r>
          </a:p>
          <a:p xmlns:a="http://schemas.openxmlformats.org/drawingml/2006/main">
            <a:pPr algn="ctr">
              <a:buNone/>
              <a:defRPr>
                <a:solidFill>
                  <a:srgbClr val="FFFFFF"/>
                </a:solidFill>
                <a:latin typeface="페이퍼로지 6 SemiBold"/>
                <a:ea typeface="페이퍼로지 6 SemiBold"/>
                <a:cs typeface="페이퍼로지 6 SemiBold"/>
              </a:defRPr>
            </a:pPr>
            <a:r>
              <a:rPr sz="1100">
                <a:solidFill>
                  <a:srgbClr val="FFFFFF"/>
                </a:solidFill>
                <a:latin typeface="페이퍼로지 6 SemiBold"/>
                <a:ea typeface="페이퍼로지 6 SemiBold"/>
                <a:cs typeface="페이퍼로지 6 SemiBold"/>
              </a:rPr>
              <a:t>변화</a:t>
            </a:r>
          </a:p>
        </p:txBody>
      </p:sp>
      <p:sp>
        <p:nvSpPr>
          <p:cNvPr id="54" name="theme-A+B">
            <a:extLst xmlns:a="http://schemas.openxmlformats.org/drawingml/2006/main">
              <a:ext uri="{FF2B5EF4-FFF2-40B4-BE49-F238E27FC236}">
                <a16:creationId xmlns:a16="http://schemas.microsoft.com/office/drawing/2014/main" id="{67D05F8C-4624-454C-97BA-E6F20C964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0" y="5810250"/>
            <a:ext cx="762000" cy="762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7145">
            <a:solidFill>
              <a:srgbClr val="00B5AC"/>
            </a:solidFill>
            <a:prstDash val="solid"/>
          </a:ln>
        </p:spPr>
        <p:txBody>
          <a:bodyPr xmlns:a="http://schemas.openxmlformats.org/drawingml/2006/main" wrap="square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>
                <a:solidFill>
                  <a:srgbClr val="00B5AC"/>
                </a:solidFill>
                <a:latin typeface="페이퍼로지 6 SemiBold"/>
                <a:ea typeface="페이퍼로지 6 SemiBold"/>
                <a:cs typeface="페이퍼로지 6 SemiBold"/>
              </a:defRPr>
            </a:pPr>
            <a:r>
              <a:rPr sz="1100">
                <a:solidFill>
                  <a:srgbClr val="00B5AC"/>
                </a:solidFill>
                <a:latin typeface="페이퍼로지 6 SemiBold"/>
                <a:ea typeface="페이퍼로지 6 SemiBold"/>
                <a:cs typeface="페이퍼로지 6 SemiBold"/>
              </a:rPr>
              <a:t>환경</a:t>
            </a:r>
          </a:p>
          <a:p xmlns:a="http://schemas.openxmlformats.org/drawingml/2006/main">
            <a:pPr algn="ctr">
              <a:buNone/>
              <a:defRPr>
                <a:solidFill>
                  <a:srgbClr val="00B5AC"/>
                </a:solidFill>
                <a:latin typeface="페이퍼로지 6 SemiBold"/>
                <a:ea typeface="페이퍼로지 6 SemiBold"/>
                <a:cs typeface="페이퍼로지 6 SemiBold"/>
              </a:defRPr>
            </a:pPr>
            <a:r>
              <a:rPr sz="1100">
                <a:solidFill>
                  <a:srgbClr val="00B5AC"/>
                </a:solidFill>
                <a:latin typeface="페이퍼로지 6 SemiBold"/>
                <a:ea typeface="페이퍼로지 6 SemiBold"/>
                <a:cs typeface="페이퍼로지 6 SemiBold"/>
              </a:rPr>
              <a:t>개선</a:t>
            </a:r>
          </a:p>
        </p:txBody>
      </p:sp>
      <p:sp>
        <p:nvSpPr>
          <p:cNvPr id="55" name="product-benefit">
            <a:extLst xmlns:a="http://schemas.openxmlformats.org/drawingml/2006/main">
              <a:ext uri="{FF2B5EF4-FFF2-40B4-BE49-F238E27FC236}">
                <a16:creationId xmlns:a16="http://schemas.microsoft.com/office/drawing/2014/main" id="{0C6965AD-0789-46DC-B44E-F64BBF731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5250" y="7334250"/>
            <a:ext cx="438150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C7D9D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wrap="square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>
                <a:solidFill>
                  <a:srgbClr val="1E2324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200">
                <a:solidFill>
                  <a:srgbClr val="1E2324"/>
                </a:solidFill>
                <a:latin typeface="페이퍼로지 5 Medium"/>
                <a:ea typeface="페이퍼로지 5 Medium"/>
                <a:cs typeface="페이퍼로지 5 Medium"/>
              </a:rPr>
              <a:t>개인 순위가 아니라 같은 사람의 전후 변화를 확인</a:t>
            </a:r>
          </a:p>
        </p:txBody>
      </p:sp>
    </p:spTree>
    <p:extLst>
      <p:ext uri="{BB962C8B-B14F-4D97-AF65-F5344CB8AC3E}">
        <p14:creationId xmlns:p14="http://schemas.microsoft.com/office/powerpoint/2010/main" val="1109713947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0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e75508f8b0e4732"/>
          <a:srcRect xmlns:a="http://schemas.openxmlformats.org/drawingml/2006/main" l="-2083" t="0" r="-2083" b="0"/>
          <a:stretch xmlns:a="http://schemas.openxmlformats.org/drawingml/2006/main"/>
        </p:blipFill>
        <p:spPr>
          <a:xfrm xmlns:a="http://schemas.openxmlformats.org/drawingml/2006/main">
            <a:off x="1143000" y="9334195"/>
            <a:ext cx="16002000" cy="9144"/>
          </a:xfrm>
          <a:prstGeom xmlns:a="http://schemas.openxmlformats.org/drawingml/2006/main" prst="rect">
            <a:avLst/>
          </a:prstGeom>
        </p:spPr>
      </p:pic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630EFA37-99E2-42F7-9B30-C86EB20D8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714500"/>
            <a:ext cx="9525286" cy="1353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2 ExtraLight"/>
                <a:ea typeface="페이퍼로지 2 ExtraLight"/>
                <a:cs typeface="페이퍼로지 2 ExtraLight"/>
              </a:defRPr>
            </a:pPr>
            <a:r>
              <a:rPr sz="4800">
                <a:solidFill>
                  <a:srgbClr val="0A0E10"/>
                </a:solidFill>
                <a:latin typeface="페이퍼로지 2 ExtraLight"/>
                <a:ea typeface="페이퍼로지 2 ExtraLight"/>
                <a:cs typeface="페이퍼로지 2 ExtraLight"/>
              </a:rPr>
              <a:t>개인순위 · 인사평가 ·</a:t>
            </a:r>
          </a:p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2 ExtraLight"/>
                <a:ea typeface="페이퍼로지 2 ExtraLight"/>
                <a:cs typeface="페이퍼로지 2 ExtraLight"/>
              </a:defRPr>
            </a:pPr>
            <a:r>
              <a:rPr sz="4800">
                <a:solidFill>
                  <a:srgbClr val="0A0E10"/>
                </a:solidFill>
                <a:latin typeface="페이퍼로지 6 SemiBold"/>
                <a:ea typeface="페이퍼로지 6 SemiBold"/>
                <a:cs typeface="페이퍼로지 6 SemiBold"/>
              </a:rPr>
              <a:t>소수집단 공개는 하지 않습니다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763E0293-CB7C-4821-A850-B5D20056D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143706"/>
            <a:ext cx="8572500" cy="62819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3 Light"/>
                <a:ea typeface="페이퍼로지 3 Light"/>
                <a:cs typeface="페이퍼로지 3 Light"/>
              </a:defRPr>
            </a:pPr>
            <a:r>
              <a:rPr sz="1600">
                <a:solidFill>
                  <a:srgbClr val="6C7476"/>
                </a:solidFill>
                <a:latin typeface="페이퍼로지 3 Light"/>
                <a:ea typeface="페이퍼로지 3 Light"/>
                <a:cs typeface="페이퍼로지 3 Light"/>
              </a:rPr>
              <a:t>교육개발용 자기보고 전후 평가입니다. 아래 여섯 가지 경계를 지켜 사용합니다.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BF5621F2-7E1A-417F-A7BC-C1D1C7E42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953305"/>
            <a:ext cx="3143707" cy="9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0E10"/>
          </a:solidFill>
          <a:ln xmlns:a="http://schemas.openxmlformats.org/drawingml/2006/main" w="12700">
            <a:solidFill>
              <a:srgbClr val="0A0E1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1C9B1CA6-5EFE-423D-8385-F94141819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134356"/>
            <a:ext cx="3143707" cy="16276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0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01</a:t>
            </a:r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899714DA-1B0A-44B9-A5CC-57117CC1F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429707"/>
            <a:ext cx="3143707" cy="24780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600"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rPr>
              <a:t>개인순위 없음</a:t>
            </a:r>
          </a:p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FC3F7DAF-2F7C-490D-8692-BC8E51964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772607"/>
            <a:ext cx="3143707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05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백분위 · 규준 아님</a:t>
            </a:r>
          </a:p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F14EE024-6A3C-48F6-91EC-F06E76E5D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4953305"/>
            <a:ext cx="3143707" cy="9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0E10"/>
          </a:solidFill>
          <a:ln xmlns:a="http://schemas.openxmlformats.org/drawingml/2006/main" w="12700">
            <a:solidFill>
              <a:srgbClr val="0A0E1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223BA0B2-799B-4814-972B-4F3396102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5134356"/>
            <a:ext cx="3143707" cy="16276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0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02</a:t>
            </a:r>
          </a:p>
        </p:txBody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F199BE3A-107D-44AD-B647-87EC264D6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5429707"/>
            <a:ext cx="3143707" cy="24780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600"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rPr>
              <a:t>인사평가 금지</a:t>
            </a:r>
          </a:p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63B3DB5B-314A-4E06-805C-10692F765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5772607"/>
            <a:ext cx="3143707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05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채용 · 승진 · 보상 금지</a:t>
            </a:r>
          </a:p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321EFE92-4587-4748-B14A-9D9F2D68C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4953305"/>
            <a:ext cx="3143707" cy="9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0E10"/>
          </a:solidFill>
          <a:ln xmlns:a="http://schemas.openxmlformats.org/drawingml/2006/main" w="12700">
            <a:solidFill>
              <a:srgbClr val="0A0E1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686AC1DD-1138-4608-95E4-ACC4AD4CA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5134356"/>
            <a:ext cx="3143707" cy="16276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0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03</a:t>
            </a:r>
          </a:p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310E28FE-FEC6-4772-BB61-56C1706CA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5429707"/>
            <a:ext cx="3143707" cy="24780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600"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rPr>
              <a:t>개인결과 공유는 선택</a:t>
            </a:r>
          </a:p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D6979E87-403E-4A3C-8CB0-8D20F8284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5772607"/>
            <a:ext cx="3143707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05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본인 동의 필요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CF11405C-2B35-4634-B2B2-F84CE1D1E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6953098"/>
            <a:ext cx="3143707" cy="9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0E10"/>
          </a:solidFill>
          <a:ln xmlns:a="http://schemas.openxmlformats.org/drawingml/2006/main" w="12700">
            <a:solidFill>
              <a:srgbClr val="0A0E1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3D156304-AB10-4748-9C89-1A8DBA3D5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7134149"/>
            <a:ext cx="3143707" cy="16276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0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04</a:t>
            </a:r>
          </a:p>
        </p:txBody>
      </p:sp>
      <p:sp>
        <p:nvSpPr>
          <p:cNvPr id="25" name="Text 22">
            <a:extLst xmlns:a="http://schemas.openxmlformats.org/drawingml/2006/main">
              <a:ext uri="{FF2B5EF4-FFF2-40B4-BE49-F238E27FC236}">
                <a16:creationId xmlns:a16="http://schemas.microsoft.com/office/drawing/2014/main" id="{3D3AB4FE-E9B0-436F-9804-AB8D8352B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7429500"/>
            <a:ext cx="3143707" cy="24780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600"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rPr>
              <a:t>N&lt;5 비공개</a:t>
            </a:r>
          </a:p>
        </p:txBody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11875FD6-6CB6-40CF-BE5D-931858FEA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7772400"/>
            <a:ext cx="3143707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05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공개 최소기준일 뿐</a:t>
            </a:r>
          </a:p>
        </p:txBody>
      </p:sp>
      <p:sp>
        <p:nvSpPr>
          <p:cNvPr id="27" name="Shape 24">
            <a:extLst xmlns:a="http://schemas.openxmlformats.org/drawingml/2006/main">
              <a:ext uri="{FF2B5EF4-FFF2-40B4-BE49-F238E27FC236}">
                <a16:creationId xmlns:a16="http://schemas.microsoft.com/office/drawing/2014/main" id="{96A554A3-71BB-4BD8-ADB9-78815C733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6953098"/>
            <a:ext cx="3143707" cy="9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0E10"/>
          </a:solidFill>
          <a:ln xmlns:a="http://schemas.openxmlformats.org/drawingml/2006/main" w="12700">
            <a:solidFill>
              <a:srgbClr val="0A0E1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6F877655-4879-46FC-9EBF-4753ACB5F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7134149"/>
            <a:ext cx="3143707" cy="16276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0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05</a:t>
            </a:r>
          </a:p>
        </p:txBody>
      </p:sp>
      <p:sp>
        <p:nvSpPr>
          <p:cNvPr id="29" name="Text 26">
            <a:extLst xmlns:a="http://schemas.openxmlformats.org/drawingml/2006/main">
              <a:ext uri="{FF2B5EF4-FFF2-40B4-BE49-F238E27FC236}">
                <a16:creationId xmlns:a16="http://schemas.microsoft.com/office/drawing/2014/main" id="{BE550DE3-D125-447F-A9EC-72F0E54B2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7429500"/>
            <a:ext cx="3143707" cy="24780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600"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rPr>
              <a:t>공개 데모 실데이터 금지</a:t>
            </a:r>
          </a:p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628BC621-A9F5-432B-870B-6B3704E34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7772400"/>
            <a:ext cx="3143707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05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세션에만 임시 저장</a:t>
            </a:r>
          </a:p>
        </p:txBody>
      </p:sp>
      <p:sp>
        <p:nvSpPr>
          <p:cNvPr id="31" name="Shape 28">
            <a:extLst xmlns:a="http://schemas.openxmlformats.org/drawingml/2006/main">
              <a:ext uri="{FF2B5EF4-FFF2-40B4-BE49-F238E27FC236}">
                <a16:creationId xmlns:a16="http://schemas.microsoft.com/office/drawing/2014/main" id="{1DAA8528-FAD8-4B7F-9389-0AB49B43B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6953098"/>
            <a:ext cx="3143707" cy="9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B5AC"/>
          </a:solidFill>
          <a:ln xmlns:a="http://schemas.openxmlformats.org/drawingml/2006/main" w="12700">
            <a:solidFill>
              <a:srgbClr val="00B5AC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2" name="Text 29">
            <a:extLst xmlns:a="http://schemas.openxmlformats.org/drawingml/2006/main">
              <a:ext uri="{FF2B5EF4-FFF2-40B4-BE49-F238E27FC236}">
                <a16:creationId xmlns:a16="http://schemas.microsoft.com/office/drawing/2014/main" id="{1CA61648-0CC5-4E14-BDEA-A3F57C861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7134149"/>
            <a:ext cx="3143707" cy="16276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0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06</a:t>
            </a:r>
          </a:p>
        </p:txBody>
      </p:sp>
      <p:sp>
        <p:nvSpPr>
          <p:cNvPr id="33" name="Text 30">
            <a:extLst xmlns:a="http://schemas.openxmlformats.org/drawingml/2006/main">
              <a:ext uri="{FF2B5EF4-FFF2-40B4-BE49-F238E27FC236}">
                <a16:creationId xmlns:a16="http://schemas.microsoft.com/office/drawing/2014/main" id="{25709CAD-3028-460F-8460-A230793AE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7429500"/>
            <a:ext cx="3143707" cy="24780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600"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rPr>
              <a:t>인과효과 아님</a:t>
            </a:r>
          </a:p>
        </p:txBody>
      </p:sp>
      <p:sp>
        <p:nvSpPr>
          <p:cNvPr id="34" name="Text 31">
            <a:extLst xmlns:a="http://schemas.openxmlformats.org/drawingml/2006/main">
              <a:ext uri="{FF2B5EF4-FFF2-40B4-BE49-F238E27FC236}">
                <a16:creationId xmlns:a16="http://schemas.microsoft.com/office/drawing/2014/main" id="{9348CF7F-B2E7-42B4-AECE-37EB59C31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7772400"/>
            <a:ext cx="3143707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05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비교집단 없으면 관찰 변화</a:t>
            </a:r>
          </a:p>
        </p:txBody>
      </p:sp>
      <p:sp>
        <p:nvSpPr>
          <p:cNvPr id="38" name="Text 35">
            <a:extLst xmlns:a="http://schemas.openxmlformats.org/drawingml/2006/main">
              <a:ext uri="{FF2B5EF4-FFF2-40B4-BE49-F238E27FC236}">
                <a16:creationId xmlns:a16="http://schemas.microsoft.com/office/drawing/2014/main" id="{262D4CCB-80F4-4177-93B6-4CE9FF196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0" y="9620402"/>
            <a:ext cx="1714500" cy="1719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>
                <a:solidFill>
                  <a:srgbClr val="98A4A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100">
                <a:solidFill>
                  <a:srgbClr val="98A4A6"/>
                </a:solidFill>
                <a:latin typeface="페이퍼로지 4 Regular"/>
                <a:ea typeface="페이퍼로지 4 Regular"/>
                <a:cs typeface="페이퍼로지 4 Regular"/>
              </a:rPr>
              <a:t>05</a:t>
            </a:r>
          </a:p>
        </p:txBody>
      </p:sp>
      <p:sp>
        <p:nvSpPr>
          <p:cNvPr id="3" name="Shape 0">
            <a:extLst xmlns:a="http://schemas.openxmlformats.org/drawingml/2006/main">
              <a:ext uri="{FF2B5EF4-FFF2-40B4-BE49-F238E27FC236}">
                <a16:creationId xmlns:a16="http://schemas.microsoft.com/office/drawing/2014/main" id="{C23A4B73-AE3C-952C-FF8B-B9B24C870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0939" y="1000353"/>
            <a:ext cx="15986124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160">
            <a:gradFill rotWithShape="1">
              <a:gsLst>
                <a:gs pos="50000">
                  <a:srgbClr val="73C9BD"/>
                </a:gs>
                <a:gs pos="0">
                  <a:srgbClr val="6C7476"/>
                </a:gs>
                <a:gs pos="100000">
                  <a:srgbClr val="73C9BD"/>
                </a:gs>
              </a:gsLst>
              <a:lin ang="0" scaled="1"/>
              <a:tileRect/>
            </a:gra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99A9A140-5B7D-C748-6354-81546788C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10115" y="900326"/>
            <a:ext cx="1578368" cy="2377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>
                <a:solidFill>
                  <a:srgbClr val="00B5AC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300">
                <a:solidFill>
                  <a:srgbClr val="00B5AC"/>
                </a:solidFill>
                <a:latin typeface="페이퍼로지 4 Regular"/>
                <a:ea typeface="페이퍼로지 4 Regular"/>
                <a:cs typeface="페이퍼로지 4 Regular"/>
              </a:rPr>
              <a:t>OVERVIEW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7B8CEDBE-7D90-4A6A-9273-96AEE5030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914400"/>
            <a:ext cx="5715000" cy="2377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lvl1pPr indent="0">
              <a:buNone/>
              <a:defRPr sz="1300" spc="297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lvl1pPr>
          </a:lstStyle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30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SAFE USE</a:t>
            </a:r>
          </a:p>
        </p:txBody>
      </p:sp>
    </p:spTree>
    <p:extLst>
      <p:ext uri="{BB962C8B-B14F-4D97-AF65-F5344CB8AC3E}">
        <p14:creationId xmlns:p14="http://schemas.microsoft.com/office/powerpoint/2010/main" val="427711529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0" name="Shape 0">
            <a:extLst xmlns:a="http://schemas.openxmlformats.org/drawingml/2006/main">
              <a:ext uri="{FF2B5EF4-FFF2-40B4-BE49-F238E27FC236}">
                <a16:creationId xmlns:a16="http://schemas.microsoft.com/office/drawing/2014/main" id="{DFFD3695-F4CE-7F05-F62D-9234A7C5C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0939" y="1000353"/>
            <a:ext cx="15986124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160">
            <a:gradFill rotWithShape="1">
              <a:gsLst>
                <a:gs pos="50000">
                  <a:srgbClr val="73C9BD"/>
                </a:gs>
                <a:gs pos="0">
                  <a:srgbClr val="6C7476"/>
                </a:gs>
                <a:gs pos="100000">
                  <a:srgbClr val="73C9BD"/>
                </a:gs>
              </a:gsLst>
              <a:lin ang="0" scaled="1"/>
              <a:tileRect/>
            </a:gra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1BE36D6B-AAE7-4745-BBE8-7F3E095C4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805" y="1524305"/>
            <a:ext cx="5905195" cy="7429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7F7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62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73b3daf828c495b"/>
          <a:srcRect xmlns:a="http://schemas.openxmlformats.org/drawingml/2006/main" l="-2083" t="0" r="-2083" b="0"/>
          <a:stretch xmlns:a="http://schemas.openxmlformats.org/drawingml/2006/main"/>
        </p:blipFill>
        <p:spPr>
          <a:xfrm xmlns:a="http://schemas.openxmlformats.org/drawingml/2006/main">
            <a:off x="1476756" y="6782105"/>
            <a:ext cx="9334195" cy="9144"/>
          </a:xfrm>
          <a:prstGeom xmlns:a="http://schemas.openxmlformats.org/drawingml/2006/main" prst="rect">
            <a:avLst/>
          </a:prstGeom>
        </p:spPr>
      </p:pic>
      <p:pic>
        <p:nvPicPr>
          <p:cNvPr id="63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04ef4a7f396442a"/>
          <a:srcRect xmlns:a="http://schemas.openxmlformats.org/drawingml/2006/main" l="-2083" t="0" r="-2083" b="0"/>
          <a:stretch xmlns:a="http://schemas.openxmlformats.org/drawingml/2006/main"/>
        </p:blipFill>
        <p:spPr>
          <a:xfrm xmlns:a="http://schemas.openxmlformats.org/drawingml/2006/main">
            <a:off x="1143000" y="9334195"/>
            <a:ext cx="16002000" cy="9144"/>
          </a:xfrm>
          <a:prstGeom xmlns:a="http://schemas.openxmlformats.org/drawingml/2006/main" prst="rect">
            <a:avLst/>
          </a:prstGeom>
        </p:spPr>
      </p:pic>
      <p:sp>
        <p:nvSpPr>
          <p:cNvPr id="8" name="Shape 4">
            <a:extLst xmlns:a="http://schemas.openxmlformats.org/drawingml/2006/main">
              <a:ext uri="{FF2B5EF4-FFF2-40B4-BE49-F238E27FC236}">
                <a16:creationId xmlns:a16="http://schemas.microsoft.com/office/drawing/2014/main" id="{55A03E1A-500F-43BA-8D8D-2C40EDAE4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195" y="6638544"/>
            <a:ext cx="286207" cy="28620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B5AC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hape 5">
            <a:extLst xmlns:a="http://schemas.openxmlformats.org/drawingml/2006/main">
              <a:ext uri="{FF2B5EF4-FFF2-40B4-BE49-F238E27FC236}">
                <a16:creationId xmlns:a16="http://schemas.microsoft.com/office/drawing/2014/main" id="{0E9CCB4B-2805-4887-882D-B4B8F38B9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956" y="6638544"/>
            <a:ext cx="286207" cy="28620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00B5AC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C676C237-6975-4C28-82DF-27164021D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802" y="6638544"/>
            <a:ext cx="286207" cy="28620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00B5AC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E49BBD11-29AE-4DE3-A09E-F9003C101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2649" y="6638544"/>
            <a:ext cx="286207" cy="28620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00B5AC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3BF5E9EB-F52C-4C5A-AFBC-A0724921C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495" y="6638544"/>
            <a:ext cx="286207" cy="28620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00B5AC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E639CFC6-290C-42BA-AAAD-725CE6DC0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49256" y="6638544"/>
            <a:ext cx="286207" cy="28620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00B5AC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C3C3DC5B-79EE-452E-B0C7-5323746F5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714500"/>
            <a:ext cx="9525305" cy="1353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2 ExtraLight"/>
                <a:ea typeface="페이퍼로지 2 ExtraLight"/>
                <a:cs typeface="페이퍼로지 2 ExtraLight"/>
              </a:defRPr>
            </a:pPr>
            <a:r>
              <a:rPr sz="4800">
                <a:solidFill>
                  <a:srgbClr val="0A0E10"/>
                </a:solidFill>
                <a:latin typeface="페이퍼로지 2 ExtraLight"/>
                <a:ea typeface="페이퍼로지 2 ExtraLight"/>
                <a:cs typeface="페이퍼로지 2 ExtraLight"/>
              </a:rPr>
              <a:t>설정 - 사전 - 교육·현업 -</a:t>
            </a:r>
          </a:p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2 ExtraLight"/>
                <a:ea typeface="페이퍼로지 2 ExtraLight"/>
                <a:cs typeface="페이퍼로지 2 ExtraLight"/>
              </a:defRPr>
            </a:pPr>
            <a:r>
              <a:rPr sz="4800">
                <a:solidFill>
                  <a:srgbClr val="0A0E10"/>
                </a:solidFill>
                <a:latin typeface="페이퍼로지 6 SemiBold"/>
                <a:ea typeface="페이퍼로지 6 SemiBold"/>
                <a:cs typeface="페이퍼로지 6 SemiBold"/>
              </a:rPr>
              <a:t>사후·리포트 순서입니다</a:t>
            </a:r>
          </a:p>
        </p:txBody>
      </p:sp>
      <p:sp>
        <p:nvSpPr>
          <p:cNvPr id="17" name="Text 13">
            <a:extLst xmlns:a="http://schemas.openxmlformats.org/drawingml/2006/main">
              <a:ext uri="{FF2B5EF4-FFF2-40B4-BE49-F238E27FC236}">
                <a16:creationId xmlns:a16="http://schemas.microsoft.com/office/drawing/2014/main" id="{19E43FD1-69AB-4180-AB23-736C3ED61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810305"/>
            <a:ext cx="8572500" cy="71506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3 Light"/>
                <a:ea typeface="페이퍼로지 3 Light"/>
                <a:cs typeface="페이퍼로지 3 Light"/>
              </a:defRPr>
            </a:pPr>
            <a:r>
              <a:rPr sz="1600">
                <a:solidFill>
                  <a:srgbClr val="6C7476"/>
                </a:solidFill>
                <a:latin typeface="페이퍼로지 3 Light"/>
                <a:ea typeface="페이퍼로지 3 Light"/>
                <a:cs typeface="페이퍼로지 3 Light"/>
              </a:rPr>
              <a:t>교육 전 출발점을 기록하고 현업 적용 뒤 같은 기준으로 다시 측정합니다.</a:t>
            </a:r>
          </a:p>
        </p:txBody>
      </p:sp>
      <p:sp>
        <p:nvSpPr>
          <p:cNvPr id="20" name="Text 16">
            <a:extLst xmlns:a="http://schemas.openxmlformats.org/drawingml/2006/main">
              <a:ext uri="{FF2B5EF4-FFF2-40B4-BE49-F238E27FC236}">
                <a16:creationId xmlns:a16="http://schemas.microsoft.com/office/drawing/2014/main" id="{415FDC9C-48C3-48EB-8973-21C532BF2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195" y="6638544"/>
            <a:ext cx="286207" cy="2862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>
                <a:solidFill>
                  <a:srgbClr val="FFFFFF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800">
                <a:solidFill>
                  <a:srgbClr val="FFFFFF"/>
                </a:solidFill>
                <a:latin typeface="페이퍼로지 5 Medium"/>
                <a:ea typeface="페이퍼로지 5 Medium"/>
                <a:cs typeface="페이퍼로지 5 Medium"/>
              </a:rPr>
              <a:t>01</a:t>
            </a:r>
          </a:p>
        </p:txBody>
      </p:sp>
      <p:sp>
        <p:nvSpPr>
          <p:cNvPr id="21" name="Text 17">
            <a:extLst xmlns:a="http://schemas.openxmlformats.org/drawingml/2006/main">
              <a:ext uri="{FF2B5EF4-FFF2-40B4-BE49-F238E27FC236}">
                <a16:creationId xmlns:a16="http://schemas.microsoft.com/office/drawing/2014/main" id="{79D4B285-3741-488C-AE8F-790DDB810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956" y="6638544"/>
            <a:ext cx="286207" cy="26700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8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02</a:t>
            </a:r>
          </a:p>
        </p:txBody>
      </p:sp>
      <p:sp>
        <p:nvSpPr>
          <p:cNvPr id="22" name="Text 18">
            <a:extLst xmlns:a="http://schemas.openxmlformats.org/drawingml/2006/main">
              <a:ext uri="{FF2B5EF4-FFF2-40B4-BE49-F238E27FC236}">
                <a16:creationId xmlns:a16="http://schemas.microsoft.com/office/drawing/2014/main" id="{B9A4515C-4CF3-4CC7-BB34-F3C881FDE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802" y="6638544"/>
            <a:ext cx="286207" cy="26700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8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03</a:t>
            </a:r>
          </a:p>
        </p:txBody>
      </p:sp>
      <p:sp>
        <p:nvSpPr>
          <p:cNvPr id="23" name="Text 19">
            <a:extLst xmlns:a="http://schemas.openxmlformats.org/drawingml/2006/main">
              <a:ext uri="{FF2B5EF4-FFF2-40B4-BE49-F238E27FC236}">
                <a16:creationId xmlns:a16="http://schemas.microsoft.com/office/drawing/2014/main" id="{BC3F31E1-5500-4C62-A986-5A2D52877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2649" y="6638544"/>
            <a:ext cx="286207" cy="26700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8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04</a:t>
            </a:r>
          </a:p>
        </p:txBody>
      </p:sp>
      <p:sp>
        <p:nvSpPr>
          <p:cNvPr id="24" name="Text 20">
            <a:extLst xmlns:a="http://schemas.openxmlformats.org/drawingml/2006/main">
              <a:ext uri="{FF2B5EF4-FFF2-40B4-BE49-F238E27FC236}">
                <a16:creationId xmlns:a16="http://schemas.microsoft.com/office/drawing/2014/main" id="{97726A4D-1C6D-416F-9AA1-C89C80D89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495" y="6638544"/>
            <a:ext cx="286207" cy="26700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8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05</a:t>
            </a:r>
          </a:p>
        </p:txBody>
      </p:sp>
      <p:sp>
        <p:nvSpPr>
          <p:cNvPr id="25" name="Text 21">
            <a:extLst xmlns:a="http://schemas.openxmlformats.org/drawingml/2006/main">
              <a:ext uri="{FF2B5EF4-FFF2-40B4-BE49-F238E27FC236}">
                <a16:creationId xmlns:a16="http://schemas.microsoft.com/office/drawing/2014/main" id="{371A4D62-57C3-43EA-B275-5C716565B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49256" y="6638544"/>
            <a:ext cx="286207" cy="26700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8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06</a:t>
            </a:r>
          </a:p>
        </p:txBody>
      </p:sp>
      <p:sp>
        <p:nvSpPr>
          <p:cNvPr id="26" name="Text 22">
            <a:extLst xmlns:a="http://schemas.openxmlformats.org/drawingml/2006/main">
              <a:ext uri="{FF2B5EF4-FFF2-40B4-BE49-F238E27FC236}">
                <a16:creationId xmlns:a16="http://schemas.microsoft.com/office/drawing/2014/main" id="{FEE894BA-ED08-4782-879A-A6A0D9365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7239305"/>
            <a:ext cx="1524305" cy="24780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600"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rPr>
              <a:t>교육·평가 설정</a:t>
            </a:r>
          </a:p>
        </p:txBody>
      </p:sp>
      <p:sp>
        <p:nvSpPr>
          <p:cNvPr id="27" name="Text 23">
            <a:extLst xmlns:a="http://schemas.openxmlformats.org/drawingml/2006/main">
              <a:ext uri="{FF2B5EF4-FFF2-40B4-BE49-F238E27FC236}">
                <a16:creationId xmlns:a16="http://schemas.microsoft.com/office/drawing/2014/main" id="{FCB2D47B-38DC-428D-9401-8439B13B4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7582205"/>
            <a:ext cx="1524305" cy="4480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10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교육일 · 전후 기간 · 역량</a:t>
            </a:r>
          </a:p>
        </p:txBody>
      </p:sp>
      <p:sp>
        <p:nvSpPr>
          <p:cNvPr id="28" name="Text 24">
            <a:extLst xmlns:a="http://schemas.openxmlformats.org/drawingml/2006/main">
              <a:ext uri="{FF2B5EF4-FFF2-40B4-BE49-F238E27FC236}">
                <a16:creationId xmlns:a16="http://schemas.microsoft.com/office/drawing/2014/main" id="{1B3FAAC6-34DB-4740-BC91-526756D39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5846" y="7239305"/>
            <a:ext cx="1524305" cy="24780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600"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rPr>
              <a:t>사전검사</a:t>
            </a:r>
          </a:p>
        </p:txBody>
      </p:sp>
      <p:sp>
        <p:nvSpPr>
          <p:cNvPr id="29" name="Text 25">
            <a:extLst xmlns:a="http://schemas.openxmlformats.org/drawingml/2006/main">
              <a:ext uri="{FF2B5EF4-FFF2-40B4-BE49-F238E27FC236}">
                <a16:creationId xmlns:a16="http://schemas.microsoft.com/office/drawing/2014/main" id="{609AE952-13E5-41C0-8499-84492CE50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5846" y="7582205"/>
            <a:ext cx="1524305" cy="4480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10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교육 전 최근 8주</a:t>
            </a:r>
          </a:p>
        </p:txBody>
      </p:sp>
      <p:sp>
        <p:nvSpPr>
          <p:cNvPr id="30" name="Text 26">
            <a:extLst xmlns:a="http://schemas.openxmlformats.org/drawingml/2006/main">
              <a:ext uri="{FF2B5EF4-FFF2-40B4-BE49-F238E27FC236}">
                <a16:creationId xmlns:a16="http://schemas.microsoft.com/office/drawing/2014/main" id="{A385B14C-0A4B-4E96-B75A-5C11FA833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607" y="7239305"/>
            <a:ext cx="1524305" cy="24780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6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교육·현업 적용</a:t>
            </a:r>
          </a:p>
        </p:txBody>
      </p:sp>
      <p:sp>
        <p:nvSpPr>
          <p:cNvPr id="31" name="Text 27">
            <a:extLst xmlns:a="http://schemas.openxmlformats.org/drawingml/2006/main">
              <a:ext uri="{FF2B5EF4-FFF2-40B4-BE49-F238E27FC236}">
                <a16:creationId xmlns:a16="http://schemas.microsoft.com/office/drawing/2014/main" id="{58B8A766-BC78-43EC-A80A-DC8CC4CD4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607" y="7582205"/>
            <a:ext cx="1524305" cy="4480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100"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rPr>
              <a:t>적용기회 확보</a:t>
            </a:r>
          </a:p>
        </p:txBody>
      </p:sp>
      <p:sp>
        <p:nvSpPr>
          <p:cNvPr id="32" name="Text 28">
            <a:extLst xmlns:a="http://schemas.openxmlformats.org/drawingml/2006/main">
              <a:ext uri="{FF2B5EF4-FFF2-40B4-BE49-F238E27FC236}">
                <a16:creationId xmlns:a16="http://schemas.microsoft.com/office/drawing/2014/main" id="{F94BEDD4-E69A-45CB-92AF-1F081A759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2454" y="7239305"/>
            <a:ext cx="1524305" cy="24780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6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사후검사</a:t>
            </a:r>
          </a:p>
        </p:txBody>
      </p:sp>
      <p:sp>
        <p:nvSpPr>
          <p:cNvPr id="33" name="Text 29">
            <a:extLst xmlns:a="http://schemas.openxmlformats.org/drawingml/2006/main">
              <a:ext uri="{FF2B5EF4-FFF2-40B4-BE49-F238E27FC236}">
                <a16:creationId xmlns:a16="http://schemas.microsoft.com/office/drawing/2014/main" id="{A557F20A-9E54-482C-B95B-4A164FF18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2454" y="7582205"/>
            <a:ext cx="1524305" cy="4480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100"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rPr>
              <a:t>같은 문항 · 최근 8주</a:t>
            </a:r>
          </a:p>
        </p:txBody>
      </p:sp>
      <p:sp>
        <p:nvSpPr>
          <p:cNvPr id="34" name="Text 30">
            <a:extLst xmlns:a="http://schemas.openxmlformats.org/drawingml/2006/main">
              <a:ext uri="{FF2B5EF4-FFF2-40B4-BE49-F238E27FC236}">
                <a16:creationId xmlns:a16="http://schemas.microsoft.com/office/drawing/2014/main" id="{2F01A551-9FA6-41F0-90CC-CD8914708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7239305"/>
            <a:ext cx="1524305" cy="24780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6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짝지은 리포트</a:t>
            </a:r>
          </a:p>
        </p:txBody>
      </p:sp>
      <p:sp>
        <p:nvSpPr>
          <p:cNvPr id="35" name="Text 31">
            <a:extLst xmlns:a="http://schemas.openxmlformats.org/drawingml/2006/main">
              <a:ext uri="{FF2B5EF4-FFF2-40B4-BE49-F238E27FC236}">
                <a16:creationId xmlns:a16="http://schemas.microsoft.com/office/drawing/2014/main" id="{2F56802D-9FC0-46D8-BB13-A34B6A586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7582205"/>
            <a:ext cx="1524305" cy="4480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100"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rPr>
              <a:t>동일 ID · 동일 버전</a:t>
            </a:r>
          </a:p>
        </p:txBody>
      </p:sp>
      <p:sp>
        <p:nvSpPr>
          <p:cNvPr id="36" name="Text 32">
            <a:extLst xmlns:a="http://schemas.openxmlformats.org/drawingml/2006/main">
              <a:ext uri="{FF2B5EF4-FFF2-40B4-BE49-F238E27FC236}">
                <a16:creationId xmlns:a16="http://schemas.microsoft.com/office/drawing/2014/main" id="{20AE0D34-4484-413E-A09D-20B22915E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146" y="7239305"/>
            <a:ext cx="1524305" cy="24780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600"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rPr>
              <a:t>전이 해석</a:t>
            </a:r>
          </a:p>
        </p:txBody>
      </p:sp>
      <p:sp>
        <p:nvSpPr>
          <p:cNvPr id="37" name="Text 33">
            <a:extLst xmlns:a="http://schemas.openxmlformats.org/drawingml/2006/main">
              <a:ext uri="{FF2B5EF4-FFF2-40B4-BE49-F238E27FC236}">
                <a16:creationId xmlns:a16="http://schemas.microsoft.com/office/drawing/2014/main" id="{9D580D4D-B2D7-49BE-8321-783180D51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146" y="7582205"/>
            <a:ext cx="1524305" cy="4480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10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교육 보완 · 환경 개선</a:t>
            </a:r>
          </a:p>
        </p:txBody>
      </p:sp>
      <p:sp>
        <p:nvSpPr>
          <p:cNvPr id="39" name="Text 35">
            <a:extLst xmlns:a="http://schemas.openxmlformats.org/drawingml/2006/main">
              <a:ext uri="{FF2B5EF4-FFF2-40B4-BE49-F238E27FC236}">
                <a16:creationId xmlns:a16="http://schemas.microsoft.com/office/drawing/2014/main" id="{6D54F027-2C71-4711-88CC-C99E29FC3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0" y="9620402"/>
            <a:ext cx="1714500" cy="1719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>
                <a:solidFill>
                  <a:srgbClr val="98A4A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100">
                <a:solidFill>
                  <a:srgbClr val="98A4A6"/>
                </a:solidFill>
                <a:latin typeface="페이퍼로지 4 Regular"/>
                <a:ea typeface="페이퍼로지 4 Regular"/>
                <a:cs typeface="페이퍼로지 4 Regular"/>
              </a:rPr>
              <a:t>06</a:t>
            </a:r>
          </a:p>
        </p:txBody>
      </p:sp>
      <p:sp>
        <p:nvSpPr>
          <p:cNvPr id="14" name="Text 10">
            <a:extLst xmlns:a="http://schemas.openxmlformats.org/drawingml/2006/main">
              <a:ext uri="{FF2B5EF4-FFF2-40B4-BE49-F238E27FC236}">
                <a16:creationId xmlns:a16="http://schemas.microsoft.com/office/drawing/2014/main" id="{9F0C2400-A4E8-4661-877A-68C2953EE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2999" y="900326"/>
            <a:ext cx="2341345" cy="2377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lvl1pPr indent="0">
              <a:buNone/>
              <a:defRPr sz="1300" spc="297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lvl1pPr>
          </a:lstStyle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30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HOW IT WORKS</a:t>
            </a:r>
          </a:p>
        </p:txBody>
      </p:sp>
      <p:sp>
        <p:nvSpPr>
          <p:cNvPr id="43" name="Text 4">
            <a:extLst xmlns:a="http://schemas.openxmlformats.org/drawingml/2006/main">
              <a:ext uri="{FF2B5EF4-FFF2-40B4-BE49-F238E27FC236}">
                <a16:creationId xmlns:a16="http://schemas.microsoft.com/office/drawing/2014/main" id="{FC0E9950-180D-5539-F231-2D96284EE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21602" y="900326"/>
            <a:ext cx="1365937" cy="2377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>
                <a:solidFill>
                  <a:srgbClr val="00B5AC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300">
                <a:solidFill>
                  <a:srgbClr val="00B5AC"/>
                </a:solidFill>
                <a:latin typeface="페이퍼로지 4 Regular"/>
                <a:ea typeface="페이퍼로지 4 Regular"/>
                <a:cs typeface="페이퍼로지 4 Regular"/>
              </a:rPr>
              <a:t>PROCESS</a:t>
            </a:r>
          </a:p>
        </p:txBody>
      </p:sp>
      <p:sp>
        <p:nvSpPr>
          <p:cNvPr id="53" name="journey-orbit">
            <a:extLst xmlns:a="http://schemas.openxmlformats.org/drawingml/2006/main">
              <a:ext uri="{FF2B5EF4-FFF2-40B4-BE49-F238E27FC236}">
                <a16:creationId xmlns:a16="http://schemas.microsoft.com/office/drawing/2014/main" id="{BE1C8383-40D3-45B9-83F5-153EABFDD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2857500"/>
            <a:ext cx="5048250" cy="51435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C7D9DA"/>
            </a:solidFill>
            <a:prstDash val="dash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4" name="journey-a-card">
            <a:extLst xmlns:a="http://schemas.openxmlformats.org/drawingml/2006/main">
              <a:ext uri="{FF2B5EF4-FFF2-40B4-BE49-F238E27FC236}">
                <a16:creationId xmlns:a16="http://schemas.microsoft.com/office/drawing/2014/main" id="{80A3C995-7464-4B56-940C-C5C7327C9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58625" y="3333750"/>
            <a:ext cx="1714500" cy="1000125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00B5A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wrap="square" lIns="76200" tIns="57150" rIns="76200" bIns="571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>
                <a:solidFill>
                  <a:srgbClr val="0A0E10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000">
                <a:solidFill>
                  <a:srgbClr val="00B5AC"/>
                </a:solidFill>
                <a:latin typeface="페이퍼로지 4 Regular"/>
                <a:ea typeface="페이퍼로지 4 Regular"/>
                <a:cs typeface="페이퍼로지 4 Regular"/>
              </a:rPr>
              <a:t>1. 설정·사전</a:t>
            </a:r>
          </a:p>
          <a:p xmlns:a="http://schemas.openxmlformats.org/drawingml/2006/main">
            <a:pPr algn="ctr">
              <a:buNone/>
              <a:defRPr>
                <a:solidFill>
                  <a:srgbClr val="0A0E10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500">
                <a:solidFill>
                  <a:srgbClr val="0A0E10"/>
                </a:solidFill>
                <a:latin typeface="페이퍼로지 6 SemiBold"/>
                <a:ea typeface="페이퍼로지 6 SemiBold"/>
                <a:cs typeface="페이퍼로지 6 SemiBold"/>
              </a:rPr>
              <a:t>교육담당자·참여자</a:t>
            </a:r>
          </a:p>
        </p:txBody>
      </p:sp>
      <p:sp>
        <p:nvSpPr>
          <p:cNvPr id="55" name="journey-b-card">
            <a:extLst xmlns:a="http://schemas.openxmlformats.org/drawingml/2006/main">
              <a:ext uri="{FF2B5EF4-FFF2-40B4-BE49-F238E27FC236}">
                <a16:creationId xmlns:a16="http://schemas.microsoft.com/office/drawing/2014/main" id="{B01C52AA-9481-4E17-8479-B9E602CFF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87625" y="3333750"/>
            <a:ext cx="1714500" cy="1000125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00B5A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wrap="square" lIns="76200" tIns="57150" rIns="76200" bIns="571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>
                <a:solidFill>
                  <a:srgbClr val="0A0E10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000">
                <a:solidFill>
                  <a:srgbClr val="00B5AC"/>
                </a:solidFill>
                <a:latin typeface="페이퍼로지 4 Regular"/>
                <a:ea typeface="페이퍼로지 4 Regular"/>
                <a:cs typeface="페이퍼로지 4 Regular"/>
              </a:rPr>
              <a:t>2. 교육</a:t>
            </a:r>
          </a:p>
          <a:p xmlns:a="http://schemas.openxmlformats.org/drawingml/2006/main">
            <a:pPr algn="ctr">
              <a:buNone/>
              <a:defRPr>
                <a:solidFill>
                  <a:srgbClr val="0A0E10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500">
                <a:solidFill>
                  <a:srgbClr val="0A0E10"/>
                </a:solidFill>
                <a:latin typeface="페이퍼로지 6 SemiBold"/>
                <a:ea typeface="페이퍼로지 6 SemiBold"/>
                <a:cs typeface="페이퍼로지 6 SemiBold"/>
              </a:rPr>
              <a:t>현업 적용</a:t>
            </a:r>
          </a:p>
        </p:txBody>
      </p:sp>
      <p:sp>
        <p:nvSpPr>
          <p:cNvPr id="56" name="journey-hub">
            <a:extLst xmlns:a="http://schemas.openxmlformats.org/drawingml/2006/main">
              <a:ext uri="{FF2B5EF4-FFF2-40B4-BE49-F238E27FC236}">
                <a16:creationId xmlns:a16="http://schemas.microsoft.com/office/drawing/2014/main" id="{5DD05311-937C-4606-8996-474A450C8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73125" y="4667250"/>
            <a:ext cx="1714500" cy="1714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4765">
            <a:solidFill>
              <a:srgbClr val="00B5A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wrap="square" lIns="76200" tIns="76200" rIns="76200" bIns="762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>
                <a:solidFill>
                  <a:srgbClr val="0A0E10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800">
                <a:solidFill>
                  <a:srgbClr val="0A0E10"/>
                </a:solidFill>
                <a:latin typeface="페이퍼로지 6 SemiBold"/>
                <a:ea typeface="페이퍼로지 6 SemiBold"/>
                <a:cs typeface="페이퍼로지 6 SemiBold"/>
              </a:rPr>
              <a:t>TAP</a:t>
            </a:r>
          </a:p>
          <a:p xmlns:a="http://schemas.openxmlformats.org/drawingml/2006/main">
            <a:pPr algn="ctr">
              <a:buNone/>
              <a:defRPr>
                <a:solidFill>
                  <a:srgbClr val="0A0E10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100">
                <a:solidFill>
                  <a:srgbClr val="00B5AC"/>
                </a:solidFill>
                <a:latin typeface="페이퍼로지 4 Regular"/>
                <a:ea typeface="페이퍼로지 4 Regular"/>
                <a:cs typeface="페이퍼로지 4 Regular"/>
              </a:rPr>
              <a:t>전후 평가</a:t>
            </a:r>
          </a:p>
        </p:txBody>
      </p:sp>
      <p:sp>
        <p:nvSpPr>
          <p:cNvPr id="57" name="journey-ab-card">
            <a:extLst xmlns:a="http://schemas.openxmlformats.org/drawingml/2006/main">
              <a:ext uri="{FF2B5EF4-FFF2-40B4-BE49-F238E27FC236}">
                <a16:creationId xmlns:a16="http://schemas.microsoft.com/office/drawing/2014/main" id="{6BB557C9-D1B7-4AE7-9DB1-2E871989D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0" y="6858000"/>
            <a:ext cx="1809750" cy="1095375"/>
          </a:xfrm>
          <a:prstGeom xmlns:a="http://schemas.openxmlformats.org/drawingml/2006/main" prst="roundRect">
            <a:avLst>
              <a:gd name="adj" fmla="val 10435"/>
            </a:avLst>
          </a:prstGeom>
          <a:solidFill xmlns:a="http://schemas.openxmlformats.org/drawingml/2006/main">
            <a:srgbClr val="F2F8F7"/>
          </a:solidFill>
          <a:ln xmlns:a="http://schemas.openxmlformats.org/drawingml/2006/main" w="19050">
            <a:solidFill>
              <a:srgbClr val="00B5A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wrap="square" lIns="76200" tIns="57150" rIns="76200" bIns="571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>
                <a:solidFill>
                  <a:srgbClr val="0A0E10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000">
                <a:solidFill>
                  <a:srgbClr val="00B5AC"/>
                </a:solidFill>
                <a:latin typeface="페이퍼로지 4 Regular"/>
                <a:ea typeface="페이퍼로지 4 Regular"/>
                <a:cs typeface="페이퍼로지 4 Regular"/>
              </a:rPr>
              <a:t>3–4. 사후</a:t>
            </a:r>
          </a:p>
          <a:p xmlns:a="http://schemas.openxmlformats.org/drawingml/2006/main">
            <a:pPr algn="ctr">
              <a:buNone/>
              <a:defRPr>
                <a:solidFill>
                  <a:srgbClr val="0A0E10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500">
                <a:solidFill>
                  <a:srgbClr val="0A0E10"/>
                </a:solidFill>
                <a:latin typeface="페이퍼로지 6 SemiBold"/>
                <a:ea typeface="페이퍼로지 6 SemiBold"/>
                <a:cs typeface="페이퍼로지 6 SemiBold"/>
              </a:rPr>
              <a:t>변화 · 전이</a:t>
            </a:r>
          </a:p>
        </p:txBody>
      </p:sp>
    </p:spTree>
    <p:extLst>
      <p:ext uri="{BB962C8B-B14F-4D97-AF65-F5344CB8AC3E}">
        <p14:creationId xmlns:p14="http://schemas.microsoft.com/office/powerpoint/2010/main" val="829460187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1" name="Shape 0">
            <a:extLst xmlns:a="http://schemas.openxmlformats.org/drawingml/2006/main">
              <a:ext uri="{FF2B5EF4-FFF2-40B4-BE49-F238E27FC236}">
                <a16:creationId xmlns:a16="http://schemas.microsoft.com/office/drawing/2014/main" id="{F30779E8-3BB0-07A3-A5C2-4335A8A00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0939" y="1000353"/>
            <a:ext cx="15986124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160">
            <a:gradFill rotWithShape="1">
              <a:gsLst>
                <a:gs pos="50000">
                  <a:srgbClr val="73C9BD"/>
                </a:gs>
                <a:gs pos="0">
                  <a:srgbClr val="6C7476"/>
                </a:gs>
                <a:gs pos="100000">
                  <a:srgbClr val="73C9BD"/>
                </a:gs>
              </a:gsLst>
              <a:lin ang="0" scaled="1"/>
              <a:tileRect/>
            </a:gra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5FCBCC2D-79DE-4D7F-BA3A-AE2D0769C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1714500"/>
            <a:ext cx="6858000" cy="723930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7F7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48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dd34fe127614ae1"/>
          <a:srcRect xmlns:a="http://schemas.openxmlformats.org/drawingml/2006/main" l="-2083" t="0" r="-2083" b="0"/>
          <a:stretch xmlns:a="http://schemas.openxmlformats.org/drawingml/2006/main"/>
        </p:blipFill>
        <p:spPr>
          <a:xfrm xmlns:a="http://schemas.openxmlformats.org/drawingml/2006/main">
            <a:off x="1143000" y="9334195"/>
            <a:ext cx="16002000" cy="9144"/>
          </a:xfrm>
          <a:prstGeom xmlns:a="http://schemas.openxmlformats.org/drawingml/2006/main" prst="rect">
            <a:avLst/>
          </a:prstGeom>
        </p:spPr>
      </p:pic>
      <p:sp>
        <p:nvSpPr>
          <p:cNvPr id="6" name="Shape 3">
            <a:extLst xmlns:a="http://schemas.openxmlformats.org/drawingml/2006/main">
              <a:ext uri="{FF2B5EF4-FFF2-40B4-BE49-F238E27FC236}">
                <a16:creationId xmlns:a16="http://schemas.microsoft.com/office/drawing/2014/main" id="{372AEE46-C5BC-43CA-81A0-C4CC1DDFB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305" y="2095805"/>
            <a:ext cx="6096305" cy="647669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F2687D63-D9FD-4DA1-B6D5-4A927FC87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914400"/>
            <a:ext cx="2110339" cy="2377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lvl1pPr indent="0">
              <a:buNone/>
              <a:defRPr sz="1300" spc="297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lvl1pPr>
          </a:lstStyle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30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EDUCATION MANAGER</a:t>
            </a:r>
          </a:p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0C7226CD-850C-48F4-ACEC-6547FD786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714500"/>
            <a:ext cx="8572500" cy="14484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2 ExtraLight"/>
                <a:ea typeface="페이퍼로지 2 ExtraLight"/>
                <a:cs typeface="페이퍼로지 2 ExtraLight"/>
              </a:defRPr>
            </a:pPr>
            <a:r>
              <a:rPr sz="4800">
                <a:solidFill>
                  <a:srgbClr val="0A0E10"/>
                </a:solidFill>
                <a:latin typeface="페이퍼로지 2 ExtraLight"/>
                <a:ea typeface="페이퍼로지 2 ExtraLight"/>
                <a:cs typeface="페이퍼로지 2 ExtraLight"/>
              </a:rPr>
              <a:t>교육담당자는 교육과 검사 일정을</a:t>
            </a:r>
          </a:p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2 ExtraLight"/>
                <a:ea typeface="페이퍼로지 2 ExtraLight"/>
                <a:cs typeface="페이퍼로지 2 ExtraLight"/>
              </a:defRPr>
            </a:pPr>
            <a:r>
              <a:rPr sz="4800">
                <a:solidFill>
                  <a:srgbClr val="0A0E10"/>
                </a:solidFill>
                <a:latin typeface="페이퍼로지 6 SemiBold"/>
                <a:ea typeface="페이퍼로지 6 SemiBold"/>
                <a:cs typeface="페이퍼로지 6 SemiBold"/>
              </a:rPr>
              <a:t>먼저 고정합니다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280B94F5-E34E-439A-85C6-EB97756BE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810305"/>
            <a:ext cx="8382305" cy="71506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3 Light"/>
                <a:ea typeface="페이퍼로지 3 Light"/>
                <a:cs typeface="페이퍼로지 3 Light"/>
              </a:defRPr>
            </a:pPr>
            <a:r>
              <a:rPr sz="1600">
                <a:solidFill>
                  <a:srgbClr val="6C7476"/>
                </a:solidFill>
                <a:latin typeface="페이퍼로지 3 Light"/>
                <a:ea typeface="페이퍼로지 3 Light"/>
                <a:cs typeface="페이퍼로지 3 Light"/>
              </a:rPr>
              <a:t>교육명 · 교육일 · 사전/사후 기간 · 측정역량을 한 번에 저장합니다. 사후는 교육 8~10주 후를 권장합니다.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3177B3C0-595E-4B1A-82C1-453F395C1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715000"/>
            <a:ext cx="3810305" cy="1920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0E10"/>
          </a:solidFill>
          <a:ln xmlns:a="http://schemas.openxmlformats.org/drawingml/2006/main" w="12700">
            <a:solidFill>
              <a:srgbClr val="0A0E1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EDED0C0A-171F-432E-81D9-7BF539799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943600"/>
            <a:ext cx="3810305" cy="3337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2200"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rPr>
              <a:t>입력 순서</a:t>
            </a:r>
          </a:p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5435C2F4-B3FA-428B-9CAF-C7FCE6C3B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7058254"/>
            <a:ext cx="3810305" cy="9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5"/>
          </a:solidFill>
          <a:ln xmlns:a="http://schemas.openxmlformats.org/drawingml/2006/main" w="12700">
            <a:solidFill>
              <a:srgbClr val="DCE3E5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1AE81C31-959F-429F-BA62-AB1DB5D71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6734556"/>
            <a:ext cx="228600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0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01</a:t>
            </a:r>
          </a:p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5E5A276E-B50F-46BA-BF64-838FEDC61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1795" y="6734556"/>
            <a:ext cx="1783994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100"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rPr>
              <a:t>프로젝트명 · 교육과정명</a:t>
            </a:r>
          </a:p>
          <a:p xmlns:a="http://schemas.openxmlformats.org/drawingml/2006/main">
            <a:pPr algn="l">
              <a:buNone/>
              <a:defRPr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100"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rPr>
              <a:t>응답 대상</a:t>
            </a:r>
          </a:p>
        </p:txBody>
      </p:sp>
      <p:sp>
        <p:nvSpPr>
          <p:cNvPr id="16" name="Shape 13">
            <a:extLst xmlns:a="http://schemas.openxmlformats.org/drawingml/2006/main">
              <a:ext uri="{FF2B5EF4-FFF2-40B4-BE49-F238E27FC236}">
                <a16:creationId xmlns:a16="http://schemas.microsoft.com/office/drawing/2014/main" id="{A9794151-C72F-461A-9C72-67A44F6A1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7524598"/>
            <a:ext cx="3810305" cy="9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5"/>
          </a:solidFill>
          <a:ln xmlns:a="http://schemas.openxmlformats.org/drawingml/2006/main" w="12700">
            <a:solidFill>
              <a:srgbClr val="DCE3E5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F97F8390-919A-4E93-9FC7-C2B179759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7200900"/>
            <a:ext cx="228600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0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02</a:t>
            </a:r>
          </a:p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69EA2631-5CE1-44A0-A1C9-C5B6F09B9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1795" y="7200900"/>
            <a:ext cx="2115007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100"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rPr>
              <a:t>교육일 · 교육 전후 검사기간</a:t>
            </a:r>
          </a:p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60845004-FC9D-44FF-B41C-6E6FBDFC8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7667244"/>
            <a:ext cx="228600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0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03</a:t>
            </a:r>
          </a:p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687EAB91-EDCB-42BD-8C0F-E839D5384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1814" y="7667244"/>
            <a:ext cx="3238500" cy="1910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000"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rPr>
              <a:t>현재 열 검사</a:t>
            </a:r>
          </a:p>
          <a:p xmlns:a="http://schemas.openxmlformats.org/drawingml/2006/main">
            <a:pPr algn="l">
              <a:buNone/>
              <a:defRPr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000"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rPr>
              <a:t>측정역량</a:t>
            </a:r>
          </a:p>
        </p:txBody>
      </p:sp>
      <p:sp>
        <p:nvSpPr>
          <p:cNvPr id="21" name="Shape 18">
            <a:extLst xmlns:a="http://schemas.openxmlformats.org/drawingml/2006/main">
              <a:ext uri="{FF2B5EF4-FFF2-40B4-BE49-F238E27FC236}">
                <a16:creationId xmlns:a16="http://schemas.microsoft.com/office/drawing/2014/main" id="{5340757C-0C44-4234-A89C-4C7C0D4B3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805" y="5715000"/>
            <a:ext cx="3810305" cy="1920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0E10"/>
          </a:solidFill>
          <a:ln xmlns:a="http://schemas.openxmlformats.org/drawingml/2006/main" w="12700">
            <a:solidFill>
              <a:srgbClr val="0A0E1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8E13A3FC-B644-45E8-AF69-C0617F159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805" y="5943600"/>
            <a:ext cx="3810305" cy="3337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2200"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rPr>
              <a:t>핵심 버튼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84A8C342-8728-4D07-99FB-2A3FD1978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805" y="7058254"/>
            <a:ext cx="3810305" cy="9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5"/>
          </a:solidFill>
          <a:ln xmlns:a="http://schemas.openxmlformats.org/drawingml/2006/main" w="12700">
            <a:solidFill>
              <a:srgbClr val="DCE3E5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636AD3B4-C1E8-4E93-A5E8-BE737A6CC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805" y="6734556"/>
            <a:ext cx="228600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0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01</a:t>
            </a:r>
          </a:p>
        </p:txBody>
      </p:sp>
      <p:sp>
        <p:nvSpPr>
          <p:cNvPr id="25" name="Text 22">
            <a:extLst xmlns:a="http://schemas.openxmlformats.org/drawingml/2006/main">
              <a:ext uri="{FF2B5EF4-FFF2-40B4-BE49-F238E27FC236}">
                <a16:creationId xmlns:a16="http://schemas.microsoft.com/office/drawing/2014/main" id="{5AC25647-B6EC-47D5-BEA8-EA1FB31AB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6734556"/>
            <a:ext cx="1355141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050"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rPr>
              <a:t>교육평가 프로젝트 만들기</a:t>
            </a:r>
          </a:p>
        </p:txBody>
      </p:sp>
      <p:sp>
        <p:nvSpPr>
          <p:cNvPr id="26" name="Shape 23">
            <a:extLst xmlns:a="http://schemas.openxmlformats.org/drawingml/2006/main">
              <a:ext uri="{FF2B5EF4-FFF2-40B4-BE49-F238E27FC236}">
                <a16:creationId xmlns:a16="http://schemas.microsoft.com/office/drawing/2014/main" id="{1E090FA4-8832-4AFB-9FAB-46A6FC41C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805" y="7524598"/>
            <a:ext cx="3810305" cy="9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5"/>
          </a:solidFill>
          <a:ln xmlns:a="http://schemas.openxmlformats.org/drawingml/2006/main" w="12700">
            <a:solidFill>
              <a:srgbClr val="DCE3E5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C1566A8A-A84B-4188-B248-302C6C69D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805" y="7200900"/>
            <a:ext cx="228600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0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02</a:t>
            </a:r>
          </a:p>
        </p:txBody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228D19DB-F148-4AD9-A213-97AF2663B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7200900"/>
            <a:ext cx="1783994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050"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rPr>
              <a:t>설정 저장 후 사전검사 확인</a:t>
            </a:r>
          </a:p>
        </p:txBody>
      </p:sp>
      <p:sp>
        <p:nvSpPr>
          <p:cNvPr id="29" name="Text 26">
            <a:extLst xmlns:a="http://schemas.openxmlformats.org/drawingml/2006/main">
              <a:ext uri="{FF2B5EF4-FFF2-40B4-BE49-F238E27FC236}">
                <a16:creationId xmlns:a16="http://schemas.microsoft.com/office/drawing/2014/main" id="{61B75202-9135-4FB8-B6F1-9552255CE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805" y="7667244"/>
            <a:ext cx="228600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0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03</a:t>
            </a:r>
          </a:p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60316E86-0655-4F78-8603-3C47FB1EE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7667244"/>
            <a:ext cx="1950415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100"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rPr>
              <a:t>교육 전·후</a:t>
            </a:r>
          </a:p>
          <a:p xmlns:a="http://schemas.openxmlformats.org/drawingml/2006/main">
            <a:pPr algn="l">
              <a:buNone/>
              <a:defRPr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100"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rPr>
              <a:t>역량평가 선택</a:t>
            </a:r>
          </a:p>
        </p:txBody>
      </p:sp>
      <p:sp>
        <p:nvSpPr>
          <p:cNvPr id="34" name="Text 31">
            <a:extLst xmlns:a="http://schemas.openxmlformats.org/drawingml/2006/main">
              <a:ext uri="{FF2B5EF4-FFF2-40B4-BE49-F238E27FC236}">
                <a16:creationId xmlns:a16="http://schemas.microsoft.com/office/drawing/2014/main" id="{03888DDB-5708-4506-B9A6-283C707B2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0" y="9620402"/>
            <a:ext cx="1714500" cy="1719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>
                <a:solidFill>
                  <a:srgbClr val="98A4A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100">
                <a:solidFill>
                  <a:srgbClr val="98A4A6"/>
                </a:solidFill>
                <a:latin typeface="페이퍼로지 4 Regular"/>
                <a:ea typeface="페이퍼로지 4 Regular"/>
                <a:cs typeface="페이퍼로지 4 Regular"/>
              </a:rPr>
              <a:t>07</a:t>
            </a:r>
          </a:p>
        </p:txBody>
      </p:sp>
      <p:sp>
        <p:nvSpPr>
          <p:cNvPr id="43" name="Text 4">
            <a:extLst xmlns:a="http://schemas.openxmlformats.org/drawingml/2006/main">
              <a:ext uri="{FF2B5EF4-FFF2-40B4-BE49-F238E27FC236}">
                <a16:creationId xmlns:a16="http://schemas.microsoft.com/office/drawing/2014/main" id="{2D176D0E-E021-3CE6-1764-753858F49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10115" y="900326"/>
            <a:ext cx="1578368" cy="2377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>
                <a:solidFill>
                  <a:srgbClr val="00B5AC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300">
                <a:solidFill>
                  <a:srgbClr val="00B5AC"/>
                </a:solidFill>
                <a:latin typeface="페이퍼로지 4 Regular"/>
                <a:ea typeface="페이퍼로지 4 Regular"/>
                <a:cs typeface="페이퍼로지 4 Regular"/>
              </a:rPr>
              <a:t>HOW TO</a:t>
            </a:r>
          </a:p>
        </p:txBody>
      </p:sp>
      <p:pic>
        <p:nvPicPr>
          <p:cNvPr id="7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0641c02e9fb4f43"/>
          <a:stretch xmlns:a="http://schemas.openxmlformats.org/drawingml/2006/main"/>
        </p:blipFill>
        <p:spPr>
          <a:xfrm xmlns:a="http://schemas.openxmlformats.org/drawingml/2006/main" flipH="0" flipV="0">
            <a:off x="10668286" y="3619563"/>
            <a:ext cx="6096286" cy="3429161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0233777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1" name="Shape 0">
            <a:extLst xmlns:a="http://schemas.openxmlformats.org/drawingml/2006/main">
              <a:ext uri="{FF2B5EF4-FFF2-40B4-BE49-F238E27FC236}">
                <a16:creationId xmlns:a16="http://schemas.microsoft.com/office/drawing/2014/main" id="{F30779E8-3BB0-07A3-A5C2-4335A8A00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0939" y="1000353"/>
            <a:ext cx="15986124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160">
            <a:gradFill rotWithShape="1">
              <a:gsLst>
                <a:gs pos="50000">
                  <a:srgbClr val="73C9BD"/>
                </a:gs>
                <a:gs pos="0">
                  <a:srgbClr val="6C7476"/>
                </a:gs>
                <a:gs pos="100000">
                  <a:srgbClr val="73C9BD"/>
                </a:gs>
              </a:gsLst>
              <a:lin ang="0" scaled="1"/>
              <a:tileRect/>
            </a:gra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5FCBCC2D-79DE-4D7F-BA3A-AE2D0769C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1714500"/>
            <a:ext cx="6858000" cy="723930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7F7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48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123ead290ae4fd7"/>
          <a:srcRect xmlns:a="http://schemas.openxmlformats.org/drawingml/2006/main" l="-2083" t="0" r="-2083" b="0"/>
          <a:stretch xmlns:a="http://schemas.openxmlformats.org/drawingml/2006/main"/>
        </p:blipFill>
        <p:spPr>
          <a:xfrm xmlns:a="http://schemas.openxmlformats.org/drawingml/2006/main">
            <a:off x="1143000" y="9334195"/>
            <a:ext cx="16002000" cy="9144"/>
          </a:xfrm>
          <a:prstGeom xmlns:a="http://schemas.openxmlformats.org/drawingml/2006/main" prst="rect">
            <a:avLst/>
          </a:prstGeom>
        </p:spPr>
      </p:pic>
      <p:sp>
        <p:nvSpPr>
          <p:cNvPr id="6" name="Shape 3">
            <a:extLst xmlns:a="http://schemas.openxmlformats.org/drawingml/2006/main">
              <a:ext uri="{FF2B5EF4-FFF2-40B4-BE49-F238E27FC236}">
                <a16:creationId xmlns:a16="http://schemas.microsoft.com/office/drawing/2014/main" id="{372AEE46-C5BC-43CA-81A0-C4CC1DDFB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305" y="2095805"/>
            <a:ext cx="6096305" cy="647669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F2687D63-D9FD-4DA1-B6D5-4A927FC87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914400"/>
            <a:ext cx="2110339" cy="2377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lvl1pPr indent="0">
              <a:buNone/>
              <a:defRPr sz="1300" spc="297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lvl1pPr>
          </a:lstStyle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30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PARTICIPANT</a:t>
            </a:r>
          </a:p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0C7226CD-850C-48F4-ACEC-6547FD786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714500"/>
            <a:ext cx="8572500" cy="14484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2 ExtraLight"/>
                <a:ea typeface="페이퍼로지 2 ExtraLight"/>
                <a:cs typeface="페이퍼로지 2 ExtraLight"/>
              </a:defRPr>
            </a:pPr>
            <a:r>
              <a:rPr sz="4800">
                <a:solidFill>
                  <a:srgbClr val="0A0E10"/>
                </a:solidFill>
                <a:latin typeface="페이퍼로지 2 ExtraLight"/>
                <a:ea typeface="페이퍼로지 2 ExtraLight"/>
                <a:cs typeface="페이퍼로지 2 ExtraLight"/>
              </a:rPr>
              <a:t>참여자는 사전·사후에</a:t>
            </a:r>
          </a:p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2 ExtraLight"/>
                <a:ea typeface="페이퍼로지 2 ExtraLight"/>
                <a:cs typeface="페이퍼로지 2 ExtraLight"/>
              </a:defRPr>
            </a:pPr>
            <a:r>
              <a:rPr sz="4800">
                <a:solidFill>
                  <a:srgbClr val="0A0E10"/>
                </a:solidFill>
                <a:latin typeface="페이퍼로지 6 SemiBold"/>
                <a:ea typeface="페이퍼로지 6 SemiBold"/>
                <a:cs typeface="페이퍼로지 6 SemiBold"/>
              </a:rPr>
              <a:t>같은 기준으로 답합니다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280B94F5-E34E-439A-85C6-EB97756BE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810305"/>
            <a:ext cx="8382305" cy="71506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3 Light"/>
                <a:ea typeface="페이퍼로지 3 Light"/>
                <a:cs typeface="페이퍼로지 3 Light"/>
              </a:defRPr>
            </a:pPr>
            <a:r>
              <a:rPr sz="1600">
                <a:solidFill>
                  <a:srgbClr val="6C7476"/>
                </a:solidFill>
                <a:latin typeface="페이퍼로지 3 Light"/>
                <a:ea typeface="페이퍼로지 3 Light"/>
                <a:cs typeface="페이퍼로지 3 Light"/>
              </a:rPr>
              <a:t>현재 검사단계를 먼저 확인합니다. 두 시점 모두 최근 8주 실제 행동을 답하고, 사후에는 현업 적용환경도 응답합니다.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3177B3C0-595E-4B1A-82C1-453F395C1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715000"/>
            <a:ext cx="3810305" cy="1920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0E10"/>
          </a:solidFill>
          <a:ln xmlns:a="http://schemas.openxmlformats.org/drawingml/2006/main" w="12700">
            <a:solidFill>
              <a:srgbClr val="0A0E1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EDED0C0A-171F-432E-81D9-7BF539799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943600"/>
            <a:ext cx="3810305" cy="3337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2200"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rPr>
              <a:t>응답 순서</a:t>
            </a:r>
          </a:p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5435C2F4-B3FA-428B-9CAF-C7FCE6C3B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7058254"/>
            <a:ext cx="3810305" cy="9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5"/>
          </a:solidFill>
          <a:ln xmlns:a="http://schemas.openxmlformats.org/drawingml/2006/main" w="12700">
            <a:solidFill>
              <a:srgbClr val="DCE3E5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1AE81C31-959F-429F-BA62-AB1DB5D71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6734556"/>
            <a:ext cx="228600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0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01</a:t>
            </a:r>
          </a:p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5E5A276E-B50F-46BA-BF64-838FEDC61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1795" y="6734556"/>
            <a:ext cx="1783994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100"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rPr>
              <a:t>사전검사 · 사후검사 단계 확인</a:t>
            </a:r>
          </a:p>
        </p:txBody>
      </p:sp>
      <p:sp>
        <p:nvSpPr>
          <p:cNvPr id="16" name="Shape 13">
            <a:extLst xmlns:a="http://schemas.openxmlformats.org/drawingml/2006/main">
              <a:ext uri="{FF2B5EF4-FFF2-40B4-BE49-F238E27FC236}">
                <a16:creationId xmlns:a16="http://schemas.microsoft.com/office/drawing/2014/main" id="{A9794151-C72F-461A-9C72-67A44F6A1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7524598"/>
            <a:ext cx="3810305" cy="9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5"/>
          </a:solidFill>
          <a:ln xmlns:a="http://schemas.openxmlformats.org/drawingml/2006/main" w="12700">
            <a:solidFill>
              <a:srgbClr val="DCE3E5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F97F8390-919A-4E93-9FC7-C2B179759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7200900"/>
            <a:ext cx="228600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0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02</a:t>
            </a:r>
          </a:p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69EA2631-5CE1-44A0-A1C9-C5B6F09B9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1795" y="7200900"/>
            <a:ext cx="2115007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100"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rPr>
              <a:t>수행 기회 없음 또는 1~5</a:t>
            </a:r>
          </a:p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60845004-FC9D-44FF-B41C-6E6FBDFC8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7667244"/>
            <a:ext cx="228600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0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03</a:t>
            </a:r>
          </a:p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687EAB91-EDCB-42BD-8C0F-E839D5384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1814" y="7667244"/>
            <a:ext cx="3238500" cy="1910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000"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rPr>
              <a:t>현업전이 환경 확인 · 결과 보기</a:t>
            </a:r>
          </a:p>
        </p:txBody>
      </p:sp>
      <p:sp>
        <p:nvSpPr>
          <p:cNvPr id="21" name="Shape 18">
            <a:extLst xmlns:a="http://schemas.openxmlformats.org/drawingml/2006/main">
              <a:ext uri="{FF2B5EF4-FFF2-40B4-BE49-F238E27FC236}">
                <a16:creationId xmlns:a16="http://schemas.microsoft.com/office/drawing/2014/main" id="{5340757C-0C44-4234-A89C-4C7C0D4B3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805" y="5715000"/>
            <a:ext cx="3810305" cy="1920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0E10"/>
          </a:solidFill>
          <a:ln xmlns:a="http://schemas.openxmlformats.org/drawingml/2006/main" w="12700">
            <a:solidFill>
              <a:srgbClr val="0A0E1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8E13A3FC-B644-45E8-AF69-C0617F159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805" y="5943600"/>
            <a:ext cx="3810305" cy="3337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2200"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rPr>
              <a:t>보조 버튼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84A8C342-8728-4D07-99FB-2A3FD1978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805" y="7058254"/>
            <a:ext cx="3810305" cy="9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5"/>
          </a:solidFill>
          <a:ln xmlns:a="http://schemas.openxmlformats.org/drawingml/2006/main" w="12700">
            <a:solidFill>
              <a:srgbClr val="DCE3E5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636AD3B4-C1E8-4E93-A5E8-BE737A6CC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805" y="6734556"/>
            <a:ext cx="228600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0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01</a:t>
            </a:r>
          </a:p>
        </p:txBody>
      </p:sp>
      <p:sp>
        <p:nvSpPr>
          <p:cNvPr id="25" name="Text 22">
            <a:extLst xmlns:a="http://schemas.openxmlformats.org/drawingml/2006/main">
              <a:ext uri="{FF2B5EF4-FFF2-40B4-BE49-F238E27FC236}">
                <a16:creationId xmlns:a16="http://schemas.microsoft.com/office/drawing/2014/main" id="{5AC25647-B6EC-47D5-BEA8-EA1FB31AB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6734556"/>
            <a:ext cx="1355141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050"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rPr>
              <a:t>이전 문항</a:t>
            </a:r>
          </a:p>
        </p:txBody>
      </p:sp>
      <p:sp>
        <p:nvSpPr>
          <p:cNvPr id="26" name="Shape 23">
            <a:extLst xmlns:a="http://schemas.openxmlformats.org/drawingml/2006/main">
              <a:ext uri="{FF2B5EF4-FFF2-40B4-BE49-F238E27FC236}">
                <a16:creationId xmlns:a16="http://schemas.microsoft.com/office/drawing/2014/main" id="{1E090FA4-8832-4AFB-9FAB-46A6FC41C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805" y="7524598"/>
            <a:ext cx="3810305" cy="9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5"/>
          </a:solidFill>
          <a:ln xmlns:a="http://schemas.openxmlformats.org/drawingml/2006/main" w="12700">
            <a:solidFill>
              <a:srgbClr val="DCE3E5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C1566A8A-A84B-4188-B248-302C6C69D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805" y="7200900"/>
            <a:ext cx="228600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0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02</a:t>
            </a:r>
          </a:p>
        </p:txBody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228D19DB-F148-4AD9-A213-97AF2663B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7200900"/>
            <a:ext cx="1783994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050"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rPr>
              <a:t>교육 전·후 검사 초기화 → 확인</a:t>
            </a:r>
          </a:p>
        </p:txBody>
      </p:sp>
      <p:sp>
        <p:nvSpPr>
          <p:cNvPr id="29" name="Text 26">
            <a:extLst xmlns:a="http://schemas.openxmlformats.org/drawingml/2006/main">
              <a:ext uri="{FF2B5EF4-FFF2-40B4-BE49-F238E27FC236}">
                <a16:creationId xmlns:a16="http://schemas.microsoft.com/office/drawing/2014/main" id="{61B75202-9135-4FB8-B6F1-9552255CE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805" y="7667244"/>
            <a:ext cx="228600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0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03</a:t>
            </a:r>
          </a:p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60316E86-0655-4F78-8603-3C47FB1EE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7667244"/>
            <a:ext cx="1950415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100"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rPr>
              <a:t>내 변화 리포트</a:t>
            </a:r>
          </a:p>
        </p:txBody>
      </p:sp>
      <p:sp>
        <p:nvSpPr>
          <p:cNvPr id="34" name="Text 31">
            <a:extLst xmlns:a="http://schemas.openxmlformats.org/drawingml/2006/main">
              <a:ext uri="{FF2B5EF4-FFF2-40B4-BE49-F238E27FC236}">
                <a16:creationId xmlns:a16="http://schemas.microsoft.com/office/drawing/2014/main" id="{03888DDB-5708-4506-B9A6-283C707B2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0" y="9620402"/>
            <a:ext cx="1714500" cy="1719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>
                <a:solidFill>
                  <a:srgbClr val="98A4A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100">
                <a:solidFill>
                  <a:srgbClr val="98A4A6"/>
                </a:solidFill>
                <a:latin typeface="페이퍼로지 4 Regular"/>
                <a:ea typeface="페이퍼로지 4 Regular"/>
                <a:cs typeface="페이퍼로지 4 Regular"/>
              </a:rPr>
              <a:t>08</a:t>
            </a:r>
          </a:p>
        </p:txBody>
      </p:sp>
      <p:sp>
        <p:nvSpPr>
          <p:cNvPr id="43" name="Text 4">
            <a:extLst xmlns:a="http://schemas.openxmlformats.org/drawingml/2006/main">
              <a:ext uri="{FF2B5EF4-FFF2-40B4-BE49-F238E27FC236}">
                <a16:creationId xmlns:a16="http://schemas.microsoft.com/office/drawing/2014/main" id="{2D176D0E-E021-3CE6-1764-753858F49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10115" y="900326"/>
            <a:ext cx="1578368" cy="2377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>
                <a:solidFill>
                  <a:srgbClr val="00B5AC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300">
                <a:solidFill>
                  <a:srgbClr val="00B5AC"/>
                </a:solidFill>
                <a:latin typeface="페이퍼로지 4 Regular"/>
                <a:ea typeface="페이퍼로지 4 Regular"/>
                <a:cs typeface="페이퍼로지 4 Regular"/>
              </a:rPr>
              <a:t>HOW TO</a:t>
            </a:r>
          </a:p>
        </p:txBody>
      </p:sp>
      <p:pic>
        <p:nvPicPr>
          <p:cNvPr id="7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919f162c8054e66"/>
          <a:stretch xmlns:a="http://schemas.openxmlformats.org/drawingml/2006/main"/>
        </p:blipFill>
        <p:spPr>
          <a:xfrm xmlns:a="http://schemas.openxmlformats.org/drawingml/2006/main" flipH="0" flipV="0">
            <a:off x="10668286" y="3619563"/>
            <a:ext cx="6096286" cy="3429161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0233777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1" name="Shape 0">
            <a:extLst xmlns:a="http://schemas.openxmlformats.org/drawingml/2006/main">
              <a:ext uri="{FF2B5EF4-FFF2-40B4-BE49-F238E27FC236}">
                <a16:creationId xmlns:a16="http://schemas.microsoft.com/office/drawing/2014/main" id="{F30779E8-3BB0-07A3-A5C2-4335A8A00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0939" y="1000353"/>
            <a:ext cx="15986124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160">
            <a:gradFill rotWithShape="1">
              <a:gsLst>
                <a:gs pos="50000">
                  <a:srgbClr val="73C9BD"/>
                </a:gs>
                <a:gs pos="0">
                  <a:srgbClr val="6C7476"/>
                </a:gs>
                <a:gs pos="100000">
                  <a:srgbClr val="73C9BD"/>
                </a:gs>
              </a:gsLst>
              <a:lin ang="0" scaled="1"/>
              <a:tileRect/>
            </a:gra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5FCBCC2D-79DE-4D7F-BA3A-AE2D0769C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1714500"/>
            <a:ext cx="6858000" cy="723930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7F7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48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e37c79d64f94702"/>
          <a:srcRect xmlns:a="http://schemas.openxmlformats.org/drawingml/2006/main" l="-2083" t="0" r="-2083" b="0"/>
          <a:stretch xmlns:a="http://schemas.openxmlformats.org/drawingml/2006/main"/>
        </p:blipFill>
        <p:spPr>
          <a:xfrm xmlns:a="http://schemas.openxmlformats.org/drawingml/2006/main">
            <a:off x="1143000" y="9334195"/>
            <a:ext cx="16002000" cy="9144"/>
          </a:xfrm>
          <a:prstGeom xmlns:a="http://schemas.openxmlformats.org/drawingml/2006/main" prst="rect">
            <a:avLst/>
          </a:prstGeom>
        </p:spPr>
      </p:pic>
      <p:sp>
        <p:nvSpPr>
          <p:cNvPr id="6" name="Shape 3">
            <a:extLst xmlns:a="http://schemas.openxmlformats.org/drawingml/2006/main">
              <a:ext uri="{FF2B5EF4-FFF2-40B4-BE49-F238E27FC236}">
                <a16:creationId xmlns:a16="http://schemas.microsoft.com/office/drawing/2014/main" id="{372AEE46-C5BC-43CA-81A0-C4CC1DDFB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305" y="2095805"/>
            <a:ext cx="6096305" cy="647669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F2687D63-D9FD-4DA1-B6D5-4A927FC87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914400"/>
            <a:ext cx="2110339" cy="2377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lvl1pPr indent="0">
              <a:buNone/>
              <a:defRPr sz="1300" spc="297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lvl1pPr>
          </a:lstStyle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30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ORGANIZATION REPORT</a:t>
            </a:r>
          </a:p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0C7226CD-850C-48F4-ACEC-6547FD786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714500"/>
            <a:ext cx="8572500" cy="14484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2 ExtraLight"/>
                <a:ea typeface="페이퍼로지 2 ExtraLight"/>
                <a:cs typeface="페이퍼로지 2 ExtraLight"/>
              </a:defRPr>
            </a:pPr>
            <a:r>
              <a:rPr sz="4800">
                <a:solidFill>
                  <a:srgbClr val="0A0E10"/>
                </a:solidFill>
                <a:latin typeface="페이퍼로지 2 ExtraLight"/>
                <a:ea typeface="페이퍼로지 2 ExtraLight"/>
                <a:cs typeface="페이퍼로지 2 ExtraLight"/>
              </a:rPr>
              <a:t>동일 익명 ID의 전후 결과로</a:t>
            </a:r>
          </a:p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2 ExtraLight"/>
                <a:ea typeface="페이퍼로지 2 ExtraLight"/>
                <a:cs typeface="페이퍼로지 2 ExtraLight"/>
              </a:defRPr>
            </a:pPr>
            <a:r>
              <a:rPr sz="4800">
                <a:solidFill>
                  <a:srgbClr val="0A0E10"/>
                </a:solidFill>
                <a:latin typeface="페이퍼로지 6 SemiBold"/>
                <a:ea typeface="페이퍼로지 6 SemiBold"/>
                <a:cs typeface="페이퍼로지 6 SemiBold"/>
              </a:rPr>
              <a:t>짝지은 변화 리포트를 만듭니다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280B94F5-E34E-439A-85C6-EB97756BE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810305"/>
            <a:ext cx="8382305" cy="71506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3 Light"/>
                <a:ea typeface="페이퍼로지 3 Light"/>
                <a:cs typeface="페이퍼로지 3 Light"/>
              </a:defRPr>
            </a:pPr>
            <a:r>
              <a:rPr sz="1600">
                <a:solidFill>
                  <a:srgbClr val="6C7476"/>
                </a:solidFill>
                <a:latin typeface="페이퍼로지 3 Light"/>
                <a:ea typeface="페이퍼로지 3 Light"/>
                <a:cs typeface="페이퍼로지 3 Light"/>
              </a:rPr>
              <a:t>동일 참여자 · 동일 역량 · 동일 버전의 사전/사후 유효점수만 비교합니다. N&lt;5 결과는 보호됩니다.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3177B3C0-595E-4B1A-82C1-453F395C1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715000"/>
            <a:ext cx="3810305" cy="1920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0E10"/>
          </a:solidFill>
          <a:ln xmlns:a="http://schemas.openxmlformats.org/drawingml/2006/main" w="12700">
            <a:solidFill>
              <a:srgbClr val="0A0E1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EDED0C0A-171F-432E-81D9-7BF539799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943600"/>
            <a:ext cx="3810305" cy="3337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2200"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rPr>
              <a:t>준비 순서</a:t>
            </a:r>
          </a:p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5435C2F4-B3FA-428B-9CAF-C7FCE6C3B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7058254"/>
            <a:ext cx="3810305" cy="9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5"/>
          </a:solidFill>
          <a:ln xmlns:a="http://schemas.openxmlformats.org/drawingml/2006/main" w="12700">
            <a:solidFill>
              <a:srgbClr val="DCE3E5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1AE81C31-959F-429F-BA62-AB1DB5D71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6734556"/>
            <a:ext cx="228600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0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01</a:t>
            </a:r>
          </a:p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5E5A276E-B50F-46BA-BF64-838FEDC61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1795" y="6734556"/>
            <a:ext cx="1783994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100"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rPr>
              <a:t>사전·사후 CSV 양식 내려받기</a:t>
            </a:r>
          </a:p>
        </p:txBody>
      </p:sp>
      <p:sp>
        <p:nvSpPr>
          <p:cNvPr id="16" name="Shape 13">
            <a:extLst xmlns:a="http://schemas.openxmlformats.org/drawingml/2006/main">
              <a:ext uri="{FF2B5EF4-FFF2-40B4-BE49-F238E27FC236}">
                <a16:creationId xmlns:a16="http://schemas.microsoft.com/office/drawing/2014/main" id="{A9794151-C72F-461A-9C72-67A44F6A1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7524598"/>
            <a:ext cx="3810305" cy="9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5"/>
          </a:solidFill>
          <a:ln xmlns:a="http://schemas.openxmlformats.org/drawingml/2006/main" w="12700">
            <a:solidFill>
              <a:srgbClr val="DCE3E5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F97F8390-919A-4E93-9FC7-C2B179759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7200900"/>
            <a:ext cx="228600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0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02</a:t>
            </a:r>
          </a:p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69EA2631-5CE1-44A0-A1C9-C5B6F09B9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1795" y="7200900"/>
            <a:ext cx="2115007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100"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rPr>
              <a:t>익명 조직결과 CSV 업로드</a:t>
            </a:r>
          </a:p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60845004-FC9D-44FF-B41C-6E6FBDFC8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7667244"/>
            <a:ext cx="228600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0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03</a:t>
            </a:r>
          </a:p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687EAB91-EDCB-42BD-8C0F-E839D5384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1814" y="7667244"/>
            <a:ext cx="3238500" cy="1910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000"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rPr>
              <a:t>동일 ID · pre/post · 버전 확인</a:t>
            </a:r>
          </a:p>
        </p:txBody>
      </p:sp>
      <p:sp>
        <p:nvSpPr>
          <p:cNvPr id="21" name="Shape 18">
            <a:extLst xmlns:a="http://schemas.openxmlformats.org/drawingml/2006/main">
              <a:ext uri="{FF2B5EF4-FFF2-40B4-BE49-F238E27FC236}">
                <a16:creationId xmlns:a16="http://schemas.microsoft.com/office/drawing/2014/main" id="{5340757C-0C44-4234-A89C-4C7C0D4B3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805" y="5715000"/>
            <a:ext cx="3810305" cy="1920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0E10"/>
          </a:solidFill>
          <a:ln xmlns:a="http://schemas.openxmlformats.org/drawingml/2006/main" w="12700">
            <a:solidFill>
              <a:srgbClr val="0A0E1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8E13A3FC-B644-45E8-AF69-C0617F159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805" y="5943600"/>
            <a:ext cx="3810305" cy="3337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2200"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rPr>
              <a:t>출력 버튼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84A8C342-8728-4D07-99FB-2A3FD1978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805" y="7058254"/>
            <a:ext cx="3810305" cy="9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5"/>
          </a:solidFill>
          <a:ln xmlns:a="http://schemas.openxmlformats.org/drawingml/2006/main" w="12700">
            <a:solidFill>
              <a:srgbClr val="DCE3E5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636AD3B4-C1E8-4E93-A5E8-BE737A6CC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805" y="6734556"/>
            <a:ext cx="228600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0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01</a:t>
            </a:r>
          </a:p>
        </p:txBody>
      </p:sp>
      <p:sp>
        <p:nvSpPr>
          <p:cNvPr id="25" name="Text 22">
            <a:extLst xmlns:a="http://schemas.openxmlformats.org/drawingml/2006/main">
              <a:ext uri="{FF2B5EF4-FFF2-40B4-BE49-F238E27FC236}">
                <a16:creationId xmlns:a16="http://schemas.microsoft.com/office/drawing/2014/main" id="{5AC25647-B6EC-47D5-BEA8-EA1FB31AB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6734556"/>
            <a:ext cx="1355141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050"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rPr>
              <a:t>인쇄용 리포트 HTML</a:t>
            </a:r>
          </a:p>
        </p:txBody>
      </p:sp>
      <p:sp>
        <p:nvSpPr>
          <p:cNvPr id="26" name="Shape 23">
            <a:extLst xmlns:a="http://schemas.openxmlformats.org/drawingml/2006/main">
              <a:ext uri="{FF2B5EF4-FFF2-40B4-BE49-F238E27FC236}">
                <a16:creationId xmlns:a16="http://schemas.microsoft.com/office/drawing/2014/main" id="{1E090FA4-8832-4AFB-9FAB-46A6FC41C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805" y="7524598"/>
            <a:ext cx="3810305" cy="9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5"/>
          </a:solidFill>
          <a:ln xmlns:a="http://schemas.openxmlformats.org/drawingml/2006/main" w="12700">
            <a:solidFill>
              <a:srgbClr val="DCE3E5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C1566A8A-A84B-4188-B248-302C6C69D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805" y="7200900"/>
            <a:ext cx="228600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0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02</a:t>
            </a:r>
          </a:p>
        </p:txBody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228D19DB-F148-4AD9-A213-97AF2663B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7200900"/>
            <a:ext cx="1783994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050"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rPr>
              <a:t>상세 결과 CSV</a:t>
            </a:r>
          </a:p>
        </p:txBody>
      </p:sp>
      <p:sp>
        <p:nvSpPr>
          <p:cNvPr id="29" name="Text 26">
            <a:extLst xmlns:a="http://schemas.openxmlformats.org/drawingml/2006/main">
              <a:ext uri="{FF2B5EF4-FFF2-40B4-BE49-F238E27FC236}">
                <a16:creationId xmlns:a16="http://schemas.microsoft.com/office/drawing/2014/main" id="{61B75202-9135-4FB8-B6F1-9552255CE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805" y="7667244"/>
            <a:ext cx="228600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0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03</a:t>
            </a:r>
          </a:p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60316E86-0655-4F78-8603-3C47FB1EE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7667244"/>
            <a:ext cx="1950415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100"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rPr>
              <a:t>집계 검수표 보기</a:t>
            </a:r>
          </a:p>
        </p:txBody>
      </p:sp>
      <p:sp>
        <p:nvSpPr>
          <p:cNvPr id="34" name="Text 31">
            <a:extLst xmlns:a="http://schemas.openxmlformats.org/drawingml/2006/main">
              <a:ext uri="{FF2B5EF4-FFF2-40B4-BE49-F238E27FC236}">
                <a16:creationId xmlns:a16="http://schemas.microsoft.com/office/drawing/2014/main" id="{03888DDB-5708-4506-B9A6-283C707B2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0" y="9620402"/>
            <a:ext cx="1714500" cy="1719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>
                <a:solidFill>
                  <a:srgbClr val="98A4A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100">
                <a:solidFill>
                  <a:srgbClr val="98A4A6"/>
                </a:solidFill>
                <a:latin typeface="페이퍼로지 4 Regular"/>
                <a:ea typeface="페이퍼로지 4 Regular"/>
                <a:cs typeface="페이퍼로지 4 Regular"/>
              </a:rPr>
              <a:t>09</a:t>
            </a:r>
          </a:p>
        </p:txBody>
      </p:sp>
      <p:sp>
        <p:nvSpPr>
          <p:cNvPr id="43" name="Text 4">
            <a:extLst xmlns:a="http://schemas.openxmlformats.org/drawingml/2006/main">
              <a:ext uri="{FF2B5EF4-FFF2-40B4-BE49-F238E27FC236}">
                <a16:creationId xmlns:a16="http://schemas.microsoft.com/office/drawing/2014/main" id="{2D176D0E-E021-3CE6-1764-753858F49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10115" y="900326"/>
            <a:ext cx="1578368" cy="2377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>
                <a:solidFill>
                  <a:srgbClr val="00B5AC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300">
                <a:solidFill>
                  <a:srgbClr val="00B5AC"/>
                </a:solidFill>
                <a:latin typeface="페이퍼로지 4 Regular"/>
                <a:ea typeface="페이퍼로지 4 Regular"/>
                <a:cs typeface="페이퍼로지 4 Regular"/>
              </a:rPr>
              <a:t>HOW TO</a:t>
            </a:r>
          </a:p>
        </p:txBody>
      </p:sp>
      <p:pic>
        <p:nvPicPr>
          <p:cNvPr id="7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317fa18d51b4555"/>
          <a:stretch xmlns:a="http://schemas.openxmlformats.org/drawingml/2006/main"/>
        </p:blipFill>
        <p:spPr>
          <a:xfrm xmlns:a="http://schemas.openxmlformats.org/drawingml/2006/main" flipH="0" flipV="0">
            <a:off x="10668286" y="3619563"/>
            <a:ext cx="6096286" cy="3429161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0233777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1" name="Shape 0">
            <a:extLst xmlns:a="http://schemas.openxmlformats.org/drawingml/2006/main">
              <a:ext uri="{FF2B5EF4-FFF2-40B4-BE49-F238E27FC236}">
                <a16:creationId xmlns:a16="http://schemas.microsoft.com/office/drawing/2014/main" id="{F30779E8-3BB0-07A3-A5C2-4335A8A00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0939" y="1000353"/>
            <a:ext cx="15986124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160">
            <a:gradFill rotWithShape="1">
              <a:gsLst>
                <a:gs pos="50000">
                  <a:srgbClr val="73C9BD"/>
                </a:gs>
                <a:gs pos="0">
                  <a:srgbClr val="6C7476"/>
                </a:gs>
                <a:gs pos="100000">
                  <a:srgbClr val="73C9BD"/>
                </a:gs>
              </a:gsLst>
              <a:lin ang="0" scaled="1"/>
              <a:tileRect/>
            </a:gra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5FCBCC2D-79DE-4D7F-BA3A-AE2D0769C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1714500"/>
            <a:ext cx="6858000" cy="723930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7F7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48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beb95d6c10142af"/>
          <a:srcRect xmlns:a="http://schemas.openxmlformats.org/drawingml/2006/main" l="-2083" t="0" r="-2083" b="0"/>
          <a:stretch xmlns:a="http://schemas.openxmlformats.org/drawingml/2006/main"/>
        </p:blipFill>
        <p:spPr>
          <a:xfrm xmlns:a="http://schemas.openxmlformats.org/drawingml/2006/main">
            <a:off x="1143000" y="9334195"/>
            <a:ext cx="16002000" cy="9144"/>
          </a:xfrm>
          <a:prstGeom xmlns:a="http://schemas.openxmlformats.org/drawingml/2006/main" prst="rect">
            <a:avLst/>
          </a:prstGeom>
        </p:spPr>
      </p:pic>
      <p:sp>
        <p:nvSpPr>
          <p:cNvPr id="6" name="Shape 3">
            <a:extLst xmlns:a="http://schemas.openxmlformats.org/drawingml/2006/main">
              <a:ext uri="{FF2B5EF4-FFF2-40B4-BE49-F238E27FC236}">
                <a16:creationId xmlns:a16="http://schemas.microsoft.com/office/drawing/2014/main" id="{372AEE46-C5BC-43CA-81A0-C4CC1DDFB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305" y="2095805"/>
            <a:ext cx="6096305" cy="647669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F2687D63-D9FD-4DA1-B6D5-4A927FC87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914400"/>
            <a:ext cx="2110339" cy="2377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lvl1pPr indent="0">
              <a:buNone/>
              <a:defRPr sz="1300" spc="297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lvl1pPr>
          </a:lstStyle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30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KMA ADMIN</a:t>
            </a:r>
          </a:p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0C7226CD-850C-48F4-ACEC-6547FD786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714500"/>
            <a:ext cx="8572500" cy="14484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2 ExtraLight"/>
                <a:ea typeface="페이퍼로지 2 ExtraLight"/>
                <a:cs typeface="페이퍼로지 2 ExtraLight"/>
              </a:defRPr>
            </a:pPr>
            <a:r>
              <a:rPr sz="4800">
                <a:solidFill>
                  <a:srgbClr val="0A0E10"/>
                </a:solidFill>
                <a:latin typeface="페이퍼로지 2 ExtraLight"/>
                <a:ea typeface="페이퍼로지 2 ExtraLight"/>
                <a:cs typeface="페이퍼로지 2 ExtraLight"/>
              </a:rPr>
              <a:t>운영 현황을 확인하고</a:t>
            </a:r>
          </a:p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2 ExtraLight"/>
                <a:ea typeface="페이퍼로지 2 ExtraLight"/>
                <a:cs typeface="페이퍼로지 2 ExtraLight"/>
              </a:defRPr>
            </a:pPr>
            <a:r>
              <a:rPr sz="4800">
                <a:solidFill>
                  <a:srgbClr val="0A0E10"/>
                </a:solidFill>
                <a:latin typeface="페이퍼로지 6 SemiBold"/>
                <a:ea typeface="페이퍼로지 6 SemiBold"/>
                <a:cs typeface="페이퍼로지 6 SemiBold"/>
              </a:rPr>
              <a:t>문항 품질을 검수합니다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280B94F5-E34E-439A-85C6-EB97756BE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810305"/>
            <a:ext cx="8382305" cy="71506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3 Light"/>
                <a:ea typeface="페이퍼로지 3 Light"/>
                <a:cs typeface="페이퍼로지 3 Light"/>
              </a:defRPr>
            </a:pPr>
            <a:r>
              <a:rPr sz="1600">
                <a:solidFill>
                  <a:srgbClr val="6C7476"/>
                </a:solidFill>
                <a:latin typeface="페이퍼로지 3 Light"/>
                <a:ea typeface="페이퍼로지 3 Light"/>
                <a:cs typeface="페이퍼로지 3 Light"/>
              </a:rPr>
              <a:t>회원사·프로젝트 수치는 운영 목업이며, 배포 문항은행을 검수합니다. 개인·조직 점수는 기본 열람하지 않습니다.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3177B3C0-595E-4B1A-82C1-453F395C1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715000"/>
            <a:ext cx="3810305" cy="1920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0E10"/>
          </a:solidFill>
          <a:ln xmlns:a="http://schemas.openxmlformats.org/drawingml/2006/main" w="12700">
            <a:solidFill>
              <a:srgbClr val="0A0E1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EDED0C0A-171F-432E-81D9-7BF539799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943600"/>
            <a:ext cx="3810305" cy="3337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2200"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rPr>
              <a:t>검수 순서</a:t>
            </a:r>
          </a:p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5435C2F4-B3FA-428B-9CAF-C7FCE6C3B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7058254"/>
            <a:ext cx="3810305" cy="9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5"/>
          </a:solidFill>
          <a:ln xmlns:a="http://schemas.openxmlformats.org/drawingml/2006/main" w="12700">
            <a:solidFill>
              <a:srgbClr val="DCE3E5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1AE81C31-959F-429F-BA62-AB1DB5D71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6734556"/>
            <a:ext cx="228600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0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01</a:t>
            </a:r>
          </a:p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5E5A276E-B50F-46BA-BF64-838FEDC61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1795" y="6734556"/>
            <a:ext cx="1783994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100"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rPr>
              <a:t>KMA 대시보드</a:t>
            </a:r>
          </a:p>
        </p:txBody>
      </p:sp>
      <p:sp>
        <p:nvSpPr>
          <p:cNvPr id="16" name="Shape 13">
            <a:extLst xmlns:a="http://schemas.openxmlformats.org/drawingml/2006/main">
              <a:ext uri="{FF2B5EF4-FFF2-40B4-BE49-F238E27FC236}">
                <a16:creationId xmlns:a16="http://schemas.microsoft.com/office/drawing/2014/main" id="{A9794151-C72F-461A-9C72-67A44F6A1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7524598"/>
            <a:ext cx="3810305" cy="9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5"/>
          </a:solidFill>
          <a:ln xmlns:a="http://schemas.openxmlformats.org/drawingml/2006/main" w="12700">
            <a:solidFill>
              <a:srgbClr val="DCE3E5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F97F8390-919A-4E93-9FC7-C2B179759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7200900"/>
            <a:ext cx="228600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0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02</a:t>
            </a:r>
          </a:p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69EA2631-5CE1-44A0-A1C9-C5B6F09B9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1795" y="7200900"/>
            <a:ext cx="2115007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100"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rPr>
              <a:t>문항은행 · 검수</a:t>
            </a:r>
          </a:p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60845004-FC9D-44FF-B41C-6E6FBDFC8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7667244"/>
            <a:ext cx="228600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0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03</a:t>
            </a:r>
          </a:p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687EAB91-EDCB-42BD-8C0F-E839D5384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1814" y="7667244"/>
            <a:ext cx="3238500" cy="1910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000"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rPr>
              <a:t>모듈군 · 원문 판정 필터</a:t>
            </a:r>
          </a:p>
        </p:txBody>
      </p:sp>
      <p:sp>
        <p:nvSpPr>
          <p:cNvPr id="21" name="Shape 18">
            <a:extLst xmlns:a="http://schemas.openxmlformats.org/drawingml/2006/main">
              <a:ext uri="{FF2B5EF4-FFF2-40B4-BE49-F238E27FC236}">
                <a16:creationId xmlns:a16="http://schemas.microsoft.com/office/drawing/2014/main" id="{5340757C-0C44-4234-A89C-4C7C0D4B3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805" y="5715000"/>
            <a:ext cx="3810305" cy="1920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0E10"/>
          </a:solidFill>
          <a:ln xmlns:a="http://schemas.openxmlformats.org/drawingml/2006/main" w="12700">
            <a:solidFill>
              <a:srgbClr val="0A0E1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8E13A3FC-B644-45E8-AF69-C0617F159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805" y="5943600"/>
            <a:ext cx="3810305" cy="3337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2200"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rPr>
              <a:t>주요 버튼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84A8C342-8728-4D07-99FB-2A3FD1978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805" y="7058254"/>
            <a:ext cx="3810305" cy="9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5"/>
          </a:solidFill>
          <a:ln xmlns:a="http://schemas.openxmlformats.org/drawingml/2006/main" w="12700">
            <a:solidFill>
              <a:srgbClr val="DCE3E5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636AD3B4-C1E8-4E93-A5E8-BE737A6CC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805" y="6734556"/>
            <a:ext cx="228600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0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01</a:t>
            </a:r>
          </a:p>
        </p:txBody>
      </p:sp>
      <p:sp>
        <p:nvSpPr>
          <p:cNvPr id="25" name="Text 22">
            <a:extLst xmlns:a="http://schemas.openxmlformats.org/drawingml/2006/main">
              <a:ext uri="{FF2B5EF4-FFF2-40B4-BE49-F238E27FC236}">
                <a16:creationId xmlns:a16="http://schemas.microsoft.com/office/drawing/2014/main" id="{5AC25647-B6EC-47D5-BEA8-EA1FB31AB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6734556"/>
            <a:ext cx="1355141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050"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rPr>
              <a:t>전체 문항은행 검수</a:t>
            </a:r>
          </a:p>
        </p:txBody>
      </p:sp>
      <p:sp>
        <p:nvSpPr>
          <p:cNvPr id="26" name="Shape 23">
            <a:extLst xmlns:a="http://schemas.openxmlformats.org/drawingml/2006/main">
              <a:ext uri="{FF2B5EF4-FFF2-40B4-BE49-F238E27FC236}">
                <a16:creationId xmlns:a16="http://schemas.microsoft.com/office/drawing/2014/main" id="{1E090FA4-8832-4AFB-9FAB-46A6FC41C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805" y="7524598"/>
            <a:ext cx="3810305" cy="9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5"/>
          </a:solidFill>
          <a:ln xmlns:a="http://schemas.openxmlformats.org/drawingml/2006/main" w="12700">
            <a:solidFill>
              <a:srgbClr val="DCE3E5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C1566A8A-A84B-4188-B248-302C6C69D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805" y="7200900"/>
            <a:ext cx="228600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0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02</a:t>
            </a:r>
          </a:p>
        </p:txBody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228D19DB-F148-4AD9-A213-97AF2663B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7200900"/>
            <a:ext cx="1783994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050"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rPr>
              <a:t>필터 결과 CSV</a:t>
            </a:r>
          </a:p>
        </p:txBody>
      </p:sp>
      <p:sp>
        <p:nvSpPr>
          <p:cNvPr id="29" name="Text 26">
            <a:extLst xmlns:a="http://schemas.openxmlformats.org/drawingml/2006/main">
              <a:ext uri="{FF2B5EF4-FFF2-40B4-BE49-F238E27FC236}">
                <a16:creationId xmlns:a16="http://schemas.microsoft.com/office/drawing/2014/main" id="{61B75202-9135-4FB8-B6F1-9552255CE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805" y="7667244"/>
            <a:ext cx="228600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0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03</a:t>
            </a:r>
          </a:p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60316E86-0655-4F78-8603-3C47FB1EE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7667244"/>
            <a:ext cx="1950415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100"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rPr>
              <a:t>파일럿 후보 CSV</a:t>
            </a:r>
          </a:p>
        </p:txBody>
      </p:sp>
      <p:sp>
        <p:nvSpPr>
          <p:cNvPr id="34" name="Text 31">
            <a:extLst xmlns:a="http://schemas.openxmlformats.org/drawingml/2006/main">
              <a:ext uri="{FF2B5EF4-FFF2-40B4-BE49-F238E27FC236}">
                <a16:creationId xmlns:a16="http://schemas.microsoft.com/office/drawing/2014/main" id="{03888DDB-5708-4506-B9A6-283C707B2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0" y="9620402"/>
            <a:ext cx="1714500" cy="1719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>
                <a:solidFill>
                  <a:srgbClr val="98A4A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100">
                <a:solidFill>
                  <a:srgbClr val="98A4A6"/>
                </a:solidFill>
                <a:latin typeface="페이퍼로지 4 Regular"/>
                <a:ea typeface="페이퍼로지 4 Regular"/>
                <a:cs typeface="페이퍼로지 4 Regular"/>
              </a:rPr>
              <a:t>10</a:t>
            </a:r>
          </a:p>
        </p:txBody>
      </p:sp>
      <p:sp>
        <p:nvSpPr>
          <p:cNvPr id="43" name="Text 4">
            <a:extLst xmlns:a="http://schemas.openxmlformats.org/drawingml/2006/main">
              <a:ext uri="{FF2B5EF4-FFF2-40B4-BE49-F238E27FC236}">
                <a16:creationId xmlns:a16="http://schemas.microsoft.com/office/drawing/2014/main" id="{2D176D0E-E021-3CE6-1764-753858F49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10115" y="900326"/>
            <a:ext cx="1578368" cy="2377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>
                <a:solidFill>
                  <a:srgbClr val="00B5AC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300">
                <a:solidFill>
                  <a:srgbClr val="00B5AC"/>
                </a:solidFill>
                <a:latin typeface="페이퍼로지 4 Regular"/>
                <a:ea typeface="페이퍼로지 4 Regular"/>
                <a:cs typeface="페이퍼로지 4 Regular"/>
              </a:rPr>
              <a:t>HOW TO</a:t>
            </a:r>
          </a:p>
        </p:txBody>
      </p:sp>
      <p:pic>
        <p:nvPicPr>
          <p:cNvPr id="7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81dfa2b459649ca"/>
          <a:stretch xmlns:a="http://schemas.openxmlformats.org/drawingml/2006/main"/>
        </p:blipFill>
        <p:spPr>
          <a:xfrm xmlns:a="http://schemas.openxmlformats.org/drawingml/2006/main" flipH="0" flipV="0">
            <a:off x="10668286" y="3619563"/>
            <a:ext cx="6096286" cy="3429161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0233777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0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7ff4497a2dc4211"/>
          <a:srcRect xmlns:a="http://schemas.openxmlformats.org/drawingml/2006/main" l="-2083" t="0" r="-2083" b="0"/>
          <a:stretch xmlns:a="http://schemas.openxmlformats.org/drawingml/2006/main"/>
        </p:blipFill>
        <p:spPr>
          <a:xfrm xmlns:a="http://schemas.openxmlformats.org/drawingml/2006/main">
            <a:off x="1143000" y="9334195"/>
            <a:ext cx="16002000" cy="9144"/>
          </a:xfrm>
          <a:prstGeom xmlns:a="http://schemas.openxmlformats.org/drawingml/2006/main" prst="rect">
            <a:avLst/>
          </a:prstGeom>
        </p:spPr>
      </p:pic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630EFA37-99E2-42F7-9B30-C86EB20D8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714500"/>
            <a:ext cx="9525286" cy="1353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2 ExtraLight"/>
                <a:ea typeface="페이퍼로지 2 ExtraLight"/>
                <a:cs typeface="페이퍼로지 2 ExtraLight"/>
              </a:defRPr>
            </a:pPr>
            <a:r>
              <a:rPr sz="4800">
                <a:solidFill>
                  <a:srgbClr val="0A0E10"/>
                </a:solidFill>
                <a:latin typeface="페이퍼로지 2 ExtraLight"/>
                <a:ea typeface="페이퍼로지 2 ExtraLight"/>
                <a:cs typeface="페이퍼로지 2 ExtraLight"/>
              </a:rPr>
              <a:t>기타 버튼은 목적에 따라</a:t>
            </a:r>
          </a:p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2 ExtraLight"/>
                <a:ea typeface="페이퍼로지 2 ExtraLight"/>
                <a:cs typeface="페이퍼로지 2 ExtraLight"/>
              </a:defRPr>
            </a:pPr>
            <a:r>
              <a:rPr sz="4800">
                <a:solidFill>
                  <a:srgbClr val="0A0E10"/>
                </a:solidFill>
                <a:latin typeface="페이퍼로지 6 SemiBold"/>
                <a:ea typeface="페이퍼로지 6 SemiBold"/>
                <a:cs typeface="페이퍼로지 6 SemiBold"/>
              </a:rPr>
              <a:t>여섯 묶음으로 보면 됩니다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763E0293-CB7C-4821-A850-B5D20056D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143706"/>
            <a:ext cx="8572500" cy="62819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3 Light"/>
                <a:ea typeface="페이퍼로지 3 Light"/>
                <a:cs typeface="페이퍼로지 3 Light"/>
              </a:defRPr>
            </a:pPr>
            <a:r>
              <a:rPr sz="1600">
                <a:solidFill>
                  <a:srgbClr val="6C7476"/>
                </a:solidFill>
                <a:latin typeface="페이퍼로지 3 Light"/>
                <a:ea typeface="페이퍼로지 3 Light"/>
                <a:cs typeface="페이퍼로지 3 Light"/>
              </a:rPr>
              <a:t>자주 찾는 버튼만 모았습니다. 세부 순서는 앞선 역할별 화면을 따르세요.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BF5621F2-7E1A-417F-A7BC-C1D1C7E42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953286"/>
            <a:ext cx="3143726" cy="9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0E10"/>
          </a:solidFill>
          <a:ln xmlns:a="http://schemas.openxmlformats.org/drawingml/2006/main" w="12700">
            <a:solidFill>
              <a:srgbClr val="0A0E1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1C9B1CA6-5EFE-423D-8385-F94141819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134356"/>
            <a:ext cx="3143726" cy="16278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9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01</a:t>
            </a:r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899714DA-1B0A-44B9-A5CC-57117CC1F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429726"/>
            <a:ext cx="3143726" cy="24784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600"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rPr>
              <a:t>시작</a:t>
            </a:r>
          </a:p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FC3F7DAF-2F7C-490D-8692-BC8E51964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772626"/>
            <a:ext cx="3143726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10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처음 사용 안내</a:t>
            </a:r>
          </a:p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10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사용설명서</a:t>
            </a:r>
          </a:p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F14EE024-6A3C-48F6-91EC-F06E76E5D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4953286"/>
            <a:ext cx="3143726" cy="9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0E10"/>
          </a:solidFill>
          <a:ln xmlns:a="http://schemas.openxmlformats.org/drawingml/2006/main" w="12700">
            <a:solidFill>
              <a:srgbClr val="0A0E1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223BA0B2-799B-4814-972B-4F3396102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5134356"/>
            <a:ext cx="3143726" cy="16278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9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02</a:t>
            </a:r>
          </a:p>
        </p:txBody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F199BE3A-107D-44AD-B647-87EC264D6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5429726"/>
            <a:ext cx="3143726" cy="24784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600"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rPr>
              <a:t>이동</a:t>
            </a:r>
          </a:p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63B3DB5B-314A-4E06-805C-10692F765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5772626"/>
            <a:ext cx="3143726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10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교육평가 프로젝트</a:t>
            </a:r>
          </a:p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10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사전·사후 검사</a:t>
            </a:r>
          </a:p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321EFE92-4587-4748-B14A-9D9F2D68C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4953286"/>
            <a:ext cx="3143726" cy="9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0E10"/>
          </a:solidFill>
          <a:ln xmlns:a="http://schemas.openxmlformats.org/drawingml/2006/main" w="12700">
            <a:solidFill>
              <a:srgbClr val="0A0E1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686AC1DD-1138-4608-95E4-ACC4AD4CA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5134356"/>
            <a:ext cx="3143726" cy="16278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9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03</a:t>
            </a:r>
          </a:p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310E28FE-FEC6-4772-BB61-56C1706CA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5429726"/>
            <a:ext cx="3143726" cy="24784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600"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rPr>
              <a:t>응답</a:t>
            </a:r>
          </a:p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D6979E87-403E-4A3C-8CB0-8D20F8284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5772626"/>
            <a:ext cx="3143726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10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저장하고 다음</a:t>
            </a:r>
          </a:p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10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이전 문항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CF11405C-2B35-4634-B2B2-F84CE1D1E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6953060"/>
            <a:ext cx="3143726" cy="9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0E10"/>
          </a:solidFill>
          <a:ln xmlns:a="http://schemas.openxmlformats.org/drawingml/2006/main" w="12700">
            <a:solidFill>
              <a:srgbClr val="0A0E1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3D156304-AB10-4748-9C89-1A8DBA3D5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7134130"/>
            <a:ext cx="3143726" cy="16278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9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04</a:t>
            </a:r>
          </a:p>
        </p:txBody>
      </p:sp>
      <p:sp>
        <p:nvSpPr>
          <p:cNvPr id="25" name="Text 22">
            <a:extLst xmlns:a="http://schemas.openxmlformats.org/drawingml/2006/main">
              <a:ext uri="{FF2B5EF4-FFF2-40B4-BE49-F238E27FC236}">
                <a16:creationId xmlns:a16="http://schemas.microsoft.com/office/drawing/2014/main" id="{3D3AB4FE-E9B0-436F-9804-AB8D8352B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7429500"/>
            <a:ext cx="3143726" cy="24784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600"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rPr>
              <a:t>개인 결과</a:t>
            </a:r>
          </a:p>
        </p:txBody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11875FD6-6CB6-40CF-BE5D-931858FEA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7772400"/>
            <a:ext cx="3143726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10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결과 다시 보기</a:t>
            </a:r>
          </a:p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10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결과 CSV</a:t>
            </a:r>
          </a:p>
        </p:txBody>
      </p:sp>
      <p:sp>
        <p:nvSpPr>
          <p:cNvPr id="27" name="Shape 24">
            <a:extLst xmlns:a="http://schemas.openxmlformats.org/drawingml/2006/main">
              <a:ext uri="{FF2B5EF4-FFF2-40B4-BE49-F238E27FC236}">
                <a16:creationId xmlns:a16="http://schemas.microsoft.com/office/drawing/2014/main" id="{96A554A3-71BB-4BD8-ADB9-78815C733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6953060"/>
            <a:ext cx="3143726" cy="9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0E10"/>
          </a:solidFill>
          <a:ln xmlns:a="http://schemas.openxmlformats.org/drawingml/2006/main" w="12700">
            <a:solidFill>
              <a:srgbClr val="0A0E1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6F877655-4879-46FC-9EBF-4753ACB5F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7134130"/>
            <a:ext cx="3143726" cy="16278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9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05</a:t>
            </a:r>
          </a:p>
        </p:txBody>
      </p:sp>
      <p:sp>
        <p:nvSpPr>
          <p:cNvPr id="29" name="Text 26">
            <a:extLst xmlns:a="http://schemas.openxmlformats.org/drawingml/2006/main">
              <a:ext uri="{FF2B5EF4-FFF2-40B4-BE49-F238E27FC236}">
                <a16:creationId xmlns:a16="http://schemas.microsoft.com/office/drawing/2014/main" id="{BE550DE3-D125-447F-A9EC-72F0E54B2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7429500"/>
            <a:ext cx="3143726" cy="24784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600"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rPr>
              <a:t>조직 결과</a:t>
            </a:r>
          </a:p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628BC621-A9F5-432B-870B-6B3704E34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7772400"/>
            <a:ext cx="3143726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10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인쇄용 리포트 HTML</a:t>
            </a:r>
          </a:p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10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상세 결과 CSV</a:t>
            </a:r>
          </a:p>
        </p:txBody>
      </p:sp>
      <p:sp>
        <p:nvSpPr>
          <p:cNvPr id="31" name="Shape 28">
            <a:extLst xmlns:a="http://schemas.openxmlformats.org/drawingml/2006/main">
              <a:ext uri="{FF2B5EF4-FFF2-40B4-BE49-F238E27FC236}">
                <a16:creationId xmlns:a16="http://schemas.microsoft.com/office/drawing/2014/main" id="{1DAA8528-FAD8-4B7F-9389-0AB49B43B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6953060"/>
            <a:ext cx="3143726" cy="9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B5AC"/>
          </a:solidFill>
          <a:ln xmlns:a="http://schemas.openxmlformats.org/drawingml/2006/main" w="12700">
            <a:solidFill>
              <a:srgbClr val="00B5AC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2" name="Text 29">
            <a:extLst xmlns:a="http://schemas.openxmlformats.org/drawingml/2006/main">
              <a:ext uri="{FF2B5EF4-FFF2-40B4-BE49-F238E27FC236}">
                <a16:creationId xmlns:a16="http://schemas.microsoft.com/office/drawing/2014/main" id="{1CA61648-0CC5-4E14-BDEA-A3F57C861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7134130"/>
            <a:ext cx="3143726" cy="16278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9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06</a:t>
            </a:r>
          </a:p>
        </p:txBody>
      </p:sp>
      <p:sp>
        <p:nvSpPr>
          <p:cNvPr id="33" name="Text 30">
            <a:extLst xmlns:a="http://schemas.openxmlformats.org/drawingml/2006/main">
              <a:ext uri="{FF2B5EF4-FFF2-40B4-BE49-F238E27FC236}">
                <a16:creationId xmlns:a16="http://schemas.microsoft.com/office/drawing/2014/main" id="{25709CAD-3028-460F-8460-A230793AE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7429500"/>
            <a:ext cx="3143726" cy="24784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600"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rPr>
              <a:t>KMA 검수</a:t>
            </a:r>
          </a:p>
        </p:txBody>
      </p:sp>
      <p:sp>
        <p:nvSpPr>
          <p:cNvPr id="34" name="Text 31">
            <a:extLst xmlns:a="http://schemas.openxmlformats.org/drawingml/2006/main">
              <a:ext uri="{FF2B5EF4-FFF2-40B4-BE49-F238E27FC236}">
                <a16:creationId xmlns:a16="http://schemas.microsoft.com/office/drawing/2014/main" id="{9348CF7F-B2E7-42B4-AECE-37EB59C31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7772400"/>
            <a:ext cx="3143726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10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전체 문항은행 검수</a:t>
            </a:r>
          </a:p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10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필터 · 파일럿 후보 CSV</a:t>
            </a:r>
          </a:p>
        </p:txBody>
      </p:sp>
      <p:sp>
        <p:nvSpPr>
          <p:cNvPr id="38" name="Text 35">
            <a:extLst xmlns:a="http://schemas.openxmlformats.org/drawingml/2006/main">
              <a:ext uri="{FF2B5EF4-FFF2-40B4-BE49-F238E27FC236}">
                <a16:creationId xmlns:a16="http://schemas.microsoft.com/office/drawing/2014/main" id="{262D4CCB-80F4-4177-93B6-4CE9FF196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0" y="9620402"/>
            <a:ext cx="1714500" cy="1719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>
                <a:solidFill>
                  <a:srgbClr val="98A4A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100">
                <a:solidFill>
                  <a:srgbClr val="98A4A6"/>
                </a:solidFill>
                <a:latin typeface="페이퍼로지 4 Regular"/>
                <a:ea typeface="페이퍼로지 4 Regular"/>
                <a:cs typeface="페이퍼로지 4 Regular"/>
              </a:rPr>
              <a:t>11</a:t>
            </a:r>
          </a:p>
        </p:txBody>
      </p:sp>
      <p:sp>
        <p:nvSpPr>
          <p:cNvPr id="3" name="Shape 0">
            <a:extLst xmlns:a="http://schemas.openxmlformats.org/drawingml/2006/main">
              <a:ext uri="{FF2B5EF4-FFF2-40B4-BE49-F238E27FC236}">
                <a16:creationId xmlns:a16="http://schemas.microsoft.com/office/drawing/2014/main" id="{C23A4B73-AE3C-952C-FF8B-B9B24C870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0939" y="1000353"/>
            <a:ext cx="15986124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160">
            <a:gradFill rotWithShape="1">
              <a:gsLst>
                <a:gs pos="50000">
                  <a:srgbClr val="73C9BD"/>
                </a:gs>
                <a:gs pos="0">
                  <a:srgbClr val="6C7476"/>
                </a:gs>
                <a:gs pos="100000">
                  <a:srgbClr val="73C9BD"/>
                </a:gs>
              </a:gsLst>
              <a:lin ang="0" scaled="1"/>
              <a:tileRect/>
            </a:gra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99A9A140-5B7D-C748-6354-81546788C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10115" y="900326"/>
            <a:ext cx="1578368" cy="2377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>
                <a:solidFill>
                  <a:srgbClr val="00B5AC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300">
                <a:solidFill>
                  <a:srgbClr val="00B5AC"/>
                </a:solidFill>
                <a:latin typeface="페이퍼로지 4 Regular"/>
                <a:ea typeface="페이퍼로지 4 Regular"/>
                <a:cs typeface="페이퍼로지 4 Regular"/>
              </a:rPr>
              <a:t>BUTTON REFERENCE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7B8CEDBE-7D90-4A6A-9273-96AEE5030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914400"/>
            <a:ext cx="2322095" cy="2377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lvl1pPr indent="0">
              <a:buNone/>
              <a:defRPr sz="1300" spc="297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lvl1pPr>
          </a:lstStyle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30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REFERENCE</a:t>
            </a:r>
          </a:p>
        </p:txBody>
      </p:sp>
    </p:spTree>
    <p:extLst>
      <p:ext uri="{BB962C8B-B14F-4D97-AF65-F5344CB8AC3E}">
        <p14:creationId xmlns:p14="http://schemas.microsoft.com/office/powerpoint/2010/main" val="427711529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0" name="Shape 0">
            <a:extLst xmlns:a="http://schemas.openxmlformats.org/drawingml/2006/main">
              <a:ext uri="{FF2B5EF4-FFF2-40B4-BE49-F238E27FC236}">
                <a16:creationId xmlns:a16="http://schemas.microsoft.com/office/drawing/2014/main" id="{DFFD3695-F4CE-7F05-F62D-9234A7C5C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0939" y="1000353"/>
            <a:ext cx="15986124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160">
            <a:gradFill rotWithShape="1">
              <a:gsLst>
                <a:gs pos="50000">
                  <a:srgbClr val="73C9BD"/>
                </a:gs>
                <a:gs pos="0">
                  <a:srgbClr val="6C7476"/>
                </a:gs>
                <a:gs pos="100000">
                  <a:srgbClr val="73C9BD"/>
                </a:gs>
              </a:gsLst>
              <a:lin ang="0" scaled="1"/>
              <a:tileRect/>
            </a:gra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5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334e960428145ba"/>
          <a:srcRect xmlns:a="http://schemas.openxmlformats.org/drawingml/2006/main" l="-2083" t="0" r="-2083" b="0"/>
          <a:stretch xmlns:a="http://schemas.openxmlformats.org/drawingml/2006/main"/>
        </p:blipFill>
        <p:spPr>
          <a:xfrm xmlns:a="http://schemas.openxmlformats.org/drawingml/2006/main">
            <a:off x="1476756" y="6782105"/>
            <a:ext cx="9334195" cy="9144"/>
          </a:xfrm>
          <a:prstGeom xmlns:a="http://schemas.openxmlformats.org/drawingml/2006/main" prst="rect">
            <a:avLst/>
          </a:prstGeom>
        </p:spPr>
      </p:pic>
      <p:pic>
        <p:nvPicPr>
          <p:cNvPr id="55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4983dfa91304914"/>
          <a:srcRect xmlns:a="http://schemas.openxmlformats.org/drawingml/2006/main" l="-2083" t="0" r="-2083" b="0"/>
          <a:stretch xmlns:a="http://schemas.openxmlformats.org/drawingml/2006/main"/>
        </p:blipFill>
        <p:spPr>
          <a:xfrm xmlns:a="http://schemas.openxmlformats.org/drawingml/2006/main">
            <a:off x="1143000" y="9334195"/>
            <a:ext cx="16002000" cy="9144"/>
          </a:xfrm>
          <a:prstGeom xmlns:a="http://schemas.openxmlformats.org/drawingml/2006/main" prst="rect">
            <a:avLst/>
          </a:prstGeom>
        </p:spPr>
      </p:pic>
      <p:sp>
        <p:nvSpPr>
          <p:cNvPr id="8" name="Shape 4">
            <a:extLst xmlns:a="http://schemas.openxmlformats.org/drawingml/2006/main">
              <a:ext uri="{FF2B5EF4-FFF2-40B4-BE49-F238E27FC236}">
                <a16:creationId xmlns:a16="http://schemas.microsoft.com/office/drawing/2014/main" id="{55A03E1A-500F-43BA-8D8D-2C40EDAE4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195" y="6638544"/>
            <a:ext cx="286207" cy="28620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B5AC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hape 5">
            <a:extLst xmlns:a="http://schemas.openxmlformats.org/drawingml/2006/main">
              <a:ext uri="{FF2B5EF4-FFF2-40B4-BE49-F238E27FC236}">
                <a16:creationId xmlns:a16="http://schemas.microsoft.com/office/drawing/2014/main" id="{0E9CCB4B-2805-4887-882D-B4B8F38B9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956" y="6638544"/>
            <a:ext cx="286207" cy="28620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00B5AC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C676C237-6975-4C28-82DF-27164021D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802" y="6638544"/>
            <a:ext cx="286207" cy="28620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00B5AC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E49BBD11-29AE-4DE3-A09E-F9003C101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2649" y="6638544"/>
            <a:ext cx="286207" cy="28620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00B5AC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3BF5E9EB-F52C-4C5A-AFBC-A0724921C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495" y="6638544"/>
            <a:ext cx="286207" cy="28620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00B5AC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E639CFC6-290C-42BA-AAAD-725CE6DC0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49256" y="6638544"/>
            <a:ext cx="286207" cy="28620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00B5AC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C3C3DC5B-79EE-452E-B0C7-5323746F5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714500"/>
            <a:ext cx="9525305" cy="1353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2 ExtraLight"/>
                <a:ea typeface="페이퍼로지 2 ExtraLight"/>
                <a:cs typeface="페이퍼로지 2 ExtraLight"/>
              </a:defRPr>
            </a:pPr>
            <a:r>
              <a:rPr sz="4800">
                <a:solidFill>
                  <a:srgbClr val="0A0E10"/>
                </a:solidFill>
                <a:latin typeface="페이퍼로지 2 ExtraLight"/>
                <a:ea typeface="페이퍼로지 2 ExtraLight"/>
                <a:cs typeface="페이퍼로지 2 ExtraLight"/>
              </a:rPr>
              <a:t>역할을 고른 뒤 첫 메뉴에서</a:t>
            </a:r>
          </a:p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2 ExtraLight"/>
                <a:ea typeface="페이퍼로지 2 ExtraLight"/>
                <a:cs typeface="페이퍼로지 2 ExtraLight"/>
              </a:defRPr>
            </a:pPr>
            <a:r>
              <a:rPr sz="4800">
                <a:solidFill>
                  <a:srgbClr val="0A0E10"/>
                </a:solidFill>
                <a:latin typeface="페이퍼로지 6 SemiBold"/>
                <a:ea typeface="페이퍼로지 6 SemiBold"/>
                <a:cs typeface="페이퍼로지 6 SemiBold"/>
              </a:rPr>
              <a:t>시작하세요</a:t>
            </a:r>
          </a:p>
        </p:txBody>
      </p:sp>
      <p:sp>
        <p:nvSpPr>
          <p:cNvPr id="17" name="Text 13">
            <a:extLst xmlns:a="http://schemas.openxmlformats.org/drawingml/2006/main">
              <a:ext uri="{FF2B5EF4-FFF2-40B4-BE49-F238E27FC236}">
                <a16:creationId xmlns:a16="http://schemas.microsoft.com/office/drawing/2014/main" id="{19E43FD1-69AB-4180-AB23-736C3ED61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810305"/>
            <a:ext cx="8572500" cy="71506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3 Light"/>
                <a:ea typeface="페이퍼로지 3 Light"/>
                <a:cs typeface="페이퍼로지 3 Light"/>
              </a:defRPr>
            </a:pPr>
            <a:r>
              <a:rPr sz="1600">
                <a:solidFill>
                  <a:srgbClr val="6C7476"/>
                </a:solidFill>
                <a:latin typeface="페이퍼로지 3 Light"/>
                <a:ea typeface="페이퍼로지 3 Light"/>
                <a:cs typeface="페이퍼로지 3 Light"/>
              </a:rPr>
              <a:t>막히면 ‘처음 사용 안내’를 열거나 사이드바의 ‘사용설명서’ PDF를 확인하세요.</a:t>
            </a:r>
          </a:p>
        </p:txBody>
      </p:sp>
      <p:sp>
        <p:nvSpPr>
          <p:cNvPr id="20" name="Text 16">
            <a:extLst xmlns:a="http://schemas.openxmlformats.org/drawingml/2006/main">
              <a:ext uri="{FF2B5EF4-FFF2-40B4-BE49-F238E27FC236}">
                <a16:creationId xmlns:a16="http://schemas.microsoft.com/office/drawing/2014/main" id="{415FDC9C-48C3-48EB-8973-21C532BF2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195" y="6638544"/>
            <a:ext cx="286207" cy="2862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>
                <a:solidFill>
                  <a:srgbClr val="FFFFFF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800">
                <a:solidFill>
                  <a:srgbClr val="FFFFFF"/>
                </a:solidFill>
                <a:latin typeface="페이퍼로지 5 Medium"/>
                <a:ea typeface="페이퍼로지 5 Medium"/>
                <a:cs typeface="페이퍼로지 5 Medium"/>
              </a:rPr>
              <a:t>01</a:t>
            </a:r>
          </a:p>
        </p:txBody>
      </p:sp>
      <p:sp>
        <p:nvSpPr>
          <p:cNvPr id="21" name="Text 17">
            <a:extLst xmlns:a="http://schemas.openxmlformats.org/drawingml/2006/main">
              <a:ext uri="{FF2B5EF4-FFF2-40B4-BE49-F238E27FC236}">
                <a16:creationId xmlns:a16="http://schemas.microsoft.com/office/drawing/2014/main" id="{79D4B285-3741-488C-AE8F-790DDB810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956" y="6648145"/>
            <a:ext cx="286207" cy="26700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8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02</a:t>
            </a:r>
          </a:p>
        </p:txBody>
      </p:sp>
      <p:sp>
        <p:nvSpPr>
          <p:cNvPr id="22" name="Text 18">
            <a:extLst xmlns:a="http://schemas.openxmlformats.org/drawingml/2006/main">
              <a:ext uri="{FF2B5EF4-FFF2-40B4-BE49-F238E27FC236}">
                <a16:creationId xmlns:a16="http://schemas.microsoft.com/office/drawing/2014/main" id="{B9A4515C-4CF3-4CC7-BB34-F3C881FDE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802" y="6648145"/>
            <a:ext cx="286207" cy="26700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8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03</a:t>
            </a:r>
          </a:p>
        </p:txBody>
      </p:sp>
      <p:sp>
        <p:nvSpPr>
          <p:cNvPr id="23" name="Text 19">
            <a:extLst xmlns:a="http://schemas.openxmlformats.org/drawingml/2006/main">
              <a:ext uri="{FF2B5EF4-FFF2-40B4-BE49-F238E27FC236}">
                <a16:creationId xmlns:a16="http://schemas.microsoft.com/office/drawing/2014/main" id="{BC3F31E1-5500-4C62-A986-5A2D52877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2649" y="6648145"/>
            <a:ext cx="286207" cy="26700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8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04</a:t>
            </a:r>
          </a:p>
        </p:txBody>
      </p:sp>
      <p:sp>
        <p:nvSpPr>
          <p:cNvPr id="24" name="Text 20">
            <a:extLst xmlns:a="http://schemas.openxmlformats.org/drawingml/2006/main">
              <a:ext uri="{FF2B5EF4-FFF2-40B4-BE49-F238E27FC236}">
                <a16:creationId xmlns:a16="http://schemas.microsoft.com/office/drawing/2014/main" id="{97726A4D-1C6D-416F-9AA1-C89C80D89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495" y="6648145"/>
            <a:ext cx="286207" cy="26700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8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05</a:t>
            </a:r>
          </a:p>
        </p:txBody>
      </p:sp>
      <p:sp>
        <p:nvSpPr>
          <p:cNvPr id="25" name="Text 21">
            <a:extLst xmlns:a="http://schemas.openxmlformats.org/drawingml/2006/main">
              <a:ext uri="{FF2B5EF4-FFF2-40B4-BE49-F238E27FC236}">
                <a16:creationId xmlns:a16="http://schemas.microsoft.com/office/drawing/2014/main" id="{371A4D62-57C3-43EA-B275-5C716565B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49256" y="6648145"/>
            <a:ext cx="286207" cy="26700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8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06</a:t>
            </a:r>
          </a:p>
        </p:txBody>
      </p:sp>
      <p:sp>
        <p:nvSpPr>
          <p:cNvPr id="26" name="Text 22">
            <a:extLst xmlns:a="http://schemas.openxmlformats.org/drawingml/2006/main">
              <a:ext uri="{FF2B5EF4-FFF2-40B4-BE49-F238E27FC236}">
                <a16:creationId xmlns:a16="http://schemas.microsoft.com/office/drawing/2014/main" id="{FEE894BA-ED08-4782-879A-A6A0D9365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7239305"/>
            <a:ext cx="1524305" cy="24780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500"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rPr>
              <a:t>교육담당자</a:t>
            </a:r>
          </a:p>
        </p:txBody>
      </p:sp>
      <p:sp>
        <p:nvSpPr>
          <p:cNvPr id="27" name="Text 23">
            <a:extLst xmlns:a="http://schemas.openxmlformats.org/drawingml/2006/main">
              <a:ext uri="{FF2B5EF4-FFF2-40B4-BE49-F238E27FC236}">
                <a16:creationId xmlns:a16="http://schemas.microsoft.com/office/drawing/2014/main" id="{FCB2D47B-38DC-428D-9401-8439B13B4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7582205"/>
            <a:ext cx="1524305" cy="4480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05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교육평가 프로젝트</a:t>
            </a:r>
          </a:p>
        </p:txBody>
      </p:sp>
      <p:sp>
        <p:nvSpPr>
          <p:cNvPr id="28" name="Text 24">
            <a:extLst xmlns:a="http://schemas.openxmlformats.org/drawingml/2006/main">
              <a:ext uri="{FF2B5EF4-FFF2-40B4-BE49-F238E27FC236}">
                <a16:creationId xmlns:a16="http://schemas.microsoft.com/office/drawing/2014/main" id="{1B3FAAC6-34DB-4740-BC91-526756D39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5846" y="7239305"/>
            <a:ext cx="1524305" cy="24780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500"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rPr>
              <a:t>참여자</a:t>
            </a:r>
          </a:p>
        </p:txBody>
      </p:sp>
      <p:sp>
        <p:nvSpPr>
          <p:cNvPr id="29" name="Text 25">
            <a:extLst xmlns:a="http://schemas.openxmlformats.org/drawingml/2006/main">
              <a:ext uri="{FF2B5EF4-FFF2-40B4-BE49-F238E27FC236}">
                <a16:creationId xmlns:a16="http://schemas.microsoft.com/office/drawing/2014/main" id="{609AE952-13E5-41C0-8499-84492CE50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5846" y="7582205"/>
            <a:ext cx="1524305" cy="4480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05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사전·사후 검사</a:t>
            </a:r>
          </a:p>
        </p:txBody>
      </p:sp>
      <p:sp>
        <p:nvSpPr>
          <p:cNvPr id="30" name="Text 26">
            <a:extLst xmlns:a="http://schemas.openxmlformats.org/drawingml/2006/main">
              <a:ext uri="{FF2B5EF4-FFF2-40B4-BE49-F238E27FC236}">
                <a16:creationId xmlns:a16="http://schemas.microsoft.com/office/drawing/2014/main" id="{A385B14C-0A4B-4E96-B75A-5C11FA833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607" y="7239305"/>
            <a:ext cx="1524305" cy="24780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500"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rPr>
              <a:t>KMA 관리자</a:t>
            </a:r>
          </a:p>
        </p:txBody>
      </p:sp>
      <p:sp>
        <p:nvSpPr>
          <p:cNvPr id="31" name="Text 27">
            <a:extLst xmlns:a="http://schemas.openxmlformats.org/drawingml/2006/main">
              <a:ext uri="{FF2B5EF4-FFF2-40B4-BE49-F238E27FC236}">
                <a16:creationId xmlns:a16="http://schemas.microsoft.com/office/drawing/2014/main" id="{58B8A766-BC78-43EC-A80A-DC8CC4CD4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607" y="7582205"/>
            <a:ext cx="1524305" cy="4480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05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KMA 대시보드</a:t>
            </a:r>
          </a:p>
        </p:txBody>
      </p:sp>
      <p:sp>
        <p:nvSpPr>
          <p:cNvPr id="32" name="Text 28">
            <a:extLst xmlns:a="http://schemas.openxmlformats.org/drawingml/2006/main">
              <a:ext uri="{FF2B5EF4-FFF2-40B4-BE49-F238E27FC236}">
                <a16:creationId xmlns:a16="http://schemas.microsoft.com/office/drawing/2014/main" id="{F94BEDD4-E69A-45CB-92AF-1F081A759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2454" y="7239305"/>
            <a:ext cx="1524305" cy="24780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500"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rPr>
              <a:t>프로젝트 없음</a:t>
            </a:r>
          </a:p>
        </p:txBody>
      </p:sp>
      <p:sp>
        <p:nvSpPr>
          <p:cNvPr id="33" name="Text 29">
            <a:extLst xmlns:a="http://schemas.openxmlformats.org/drawingml/2006/main">
              <a:ext uri="{FF2B5EF4-FFF2-40B4-BE49-F238E27FC236}">
                <a16:creationId xmlns:a16="http://schemas.microsoft.com/office/drawing/2014/main" id="{A557F20A-9E54-482C-B95B-4A164FF18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2454" y="7582205"/>
            <a:ext cx="1524305" cy="4480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05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교육평가 설정으로 이동</a:t>
            </a:r>
          </a:p>
        </p:txBody>
      </p:sp>
      <p:sp>
        <p:nvSpPr>
          <p:cNvPr id="34" name="Text 30">
            <a:extLst xmlns:a="http://schemas.openxmlformats.org/drawingml/2006/main">
              <a:ext uri="{FF2B5EF4-FFF2-40B4-BE49-F238E27FC236}">
                <a16:creationId xmlns:a16="http://schemas.microsoft.com/office/drawing/2014/main" id="{2F01A551-9FA6-41F0-90CC-CD8914708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7239305"/>
            <a:ext cx="1524305" cy="24780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500"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rPr>
              <a:t>결과 없음</a:t>
            </a:r>
          </a:p>
        </p:txBody>
      </p:sp>
      <p:sp>
        <p:nvSpPr>
          <p:cNvPr id="35" name="Text 31">
            <a:extLst xmlns:a="http://schemas.openxmlformats.org/drawingml/2006/main">
              <a:ext uri="{FF2B5EF4-FFF2-40B4-BE49-F238E27FC236}">
                <a16:creationId xmlns:a16="http://schemas.microsoft.com/office/drawing/2014/main" id="{2F56802D-9FC0-46D8-BB13-A34B6A586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7582205"/>
            <a:ext cx="1524305" cy="4480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05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전·후 완료 확인</a:t>
            </a:r>
          </a:p>
        </p:txBody>
      </p:sp>
      <p:sp>
        <p:nvSpPr>
          <p:cNvPr id="36" name="Text 32">
            <a:extLst xmlns:a="http://schemas.openxmlformats.org/drawingml/2006/main">
              <a:ext uri="{FF2B5EF4-FFF2-40B4-BE49-F238E27FC236}">
                <a16:creationId xmlns:a16="http://schemas.microsoft.com/office/drawing/2014/main" id="{20AE0D34-4484-413E-A09D-20B22915E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146" y="7239305"/>
            <a:ext cx="1524305" cy="24780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500"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rPr>
              <a:t>CSV 오류</a:t>
            </a:r>
          </a:p>
        </p:txBody>
      </p:sp>
      <p:sp>
        <p:nvSpPr>
          <p:cNvPr id="37" name="Text 33">
            <a:extLst xmlns:a="http://schemas.openxmlformats.org/drawingml/2006/main">
              <a:ext uri="{FF2B5EF4-FFF2-40B4-BE49-F238E27FC236}">
                <a16:creationId xmlns:a16="http://schemas.microsoft.com/office/drawing/2014/main" id="{9D580D4D-B2D7-49BE-8321-783180D51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146" y="7582205"/>
            <a:ext cx="1524305" cy="4480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05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필수 열 · ID · 시점 확인</a:t>
            </a:r>
          </a:p>
        </p:txBody>
      </p:sp>
      <p:sp>
        <p:nvSpPr>
          <p:cNvPr id="39" name="Text 35">
            <a:extLst xmlns:a="http://schemas.openxmlformats.org/drawingml/2006/main">
              <a:ext uri="{FF2B5EF4-FFF2-40B4-BE49-F238E27FC236}">
                <a16:creationId xmlns:a16="http://schemas.microsoft.com/office/drawing/2014/main" id="{6D54F027-2C71-4711-88CC-C99E29FC3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0" y="9620402"/>
            <a:ext cx="1714500" cy="1719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>
                <a:solidFill>
                  <a:srgbClr val="98A4A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100">
                <a:solidFill>
                  <a:srgbClr val="98A4A6"/>
                </a:solidFill>
                <a:latin typeface="페이퍼로지 4 Regular"/>
                <a:ea typeface="페이퍼로지 4 Regular"/>
                <a:cs typeface="페이퍼로지 4 Regular"/>
              </a:rPr>
              <a:t>12</a:t>
            </a:r>
          </a:p>
        </p:txBody>
      </p:sp>
      <p:sp>
        <p:nvSpPr>
          <p:cNvPr id="14" name="Text 10">
            <a:extLst xmlns:a="http://schemas.openxmlformats.org/drawingml/2006/main">
              <a:ext uri="{FF2B5EF4-FFF2-40B4-BE49-F238E27FC236}">
                <a16:creationId xmlns:a16="http://schemas.microsoft.com/office/drawing/2014/main" id="{9F0C2400-A4E8-4661-877A-68C2953EE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900326"/>
            <a:ext cx="1965090" cy="2377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lvl1pPr indent="0">
              <a:buNone/>
              <a:defRPr sz="1300" spc="297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lvl1pPr>
          </a:lstStyle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30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QUICK START</a:t>
            </a:r>
          </a:p>
        </p:txBody>
      </p:sp>
      <p:sp>
        <p:nvSpPr>
          <p:cNvPr id="43" name="Text 4">
            <a:extLst xmlns:a="http://schemas.openxmlformats.org/drawingml/2006/main">
              <a:ext uri="{FF2B5EF4-FFF2-40B4-BE49-F238E27FC236}">
                <a16:creationId xmlns:a16="http://schemas.microsoft.com/office/drawing/2014/main" id="{FC0E9950-180D-5539-F231-2D96284EE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21602" y="900326"/>
            <a:ext cx="1365937" cy="2377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>
                <a:solidFill>
                  <a:srgbClr val="00B5AC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300">
                <a:solidFill>
                  <a:srgbClr val="00B5AC"/>
                </a:solidFill>
                <a:latin typeface="페이퍼로지 4 Regular"/>
                <a:ea typeface="페이퍼로지 4 Regular"/>
                <a:cs typeface="페이퍼로지 4 Regular"/>
              </a:rPr>
              <a:t>START</a:t>
            </a:r>
          </a:p>
        </p:txBody>
      </p:sp>
    </p:spTree>
    <p:extLst>
      <p:ext uri="{BB962C8B-B14F-4D97-AF65-F5344CB8AC3E}">
        <p14:creationId xmlns:p14="http://schemas.microsoft.com/office/powerpoint/2010/main" val="829460187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2026-08-13T04:08:02.9850000Z</dcterms:created>
  <dcterms:modified xsi:type="dcterms:W3CDTF">2026-08-13T04:08:02.9850000Z</dcterms:modified>
</coreProperties>
</file>